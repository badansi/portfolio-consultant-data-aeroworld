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4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4" d="100"/>
          <a:sy n="64" d="100"/>
        </p:scale>
        <p:origin x="680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classrooms.com/fr/paths/1040/projects/158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Faites une étude sur l'eau potable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17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BUT ET OBJECTIF DE LA MISSION</a:t>
            </a:r>
            <a:endParaRPr lang="en-GB" dirty="0"/>
          </a:p>
        </p:txBody>
      </p:sp>
      <p:pic>
        <p:nvPicPr>
          <p:cNvPr id="1026" name="Picture 2" descr="Logo DWF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2456506"/>
            <a:ext cx="8915400" cy="313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23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Les </a:t>
            </a:r>
            <a:r>
              <a:rPr lang="en-GB" dirty="0" err="1" smtClean="0"/>
              <a:t>donnes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Python </a:t>
            </a:r>
          </a:p>
          <a:p>
            <a:r>
              <a:rPr lang="en-GB" dirty="0" smtClean="0"/>
              <a:t>Lecture et </a:t>
            </a:r>
            <a:r>
              <a:rPr lang="en-GB" dirty="0" err="1" smtClean="0"/>
              <a:t>nettoyage</a:t>
            </a:r>
            <a:r>
              <a:rPr lang="en-GB" dirty="0" smtClean="0"/>
              <a:t> des </a:t>
            </a:r>
            <a:r>
              <a:rPr lang="en-GB" dirty="0" err="1" smtClean="0"/>
              <a:t>données</a:t>
            </a:r>
            <a:r>
              <a:rPr lang="en-GB" dirty="0" smtClean="0"/>
              <a:t> </a:t>
            </a:r>
          </a:p>
          <a:p>
            <a:r>
              <a:rPr lang="en-GB" dirty="0" smtClean="0"/>
              <a:t>Creation </a:t>
            </a:r>
            <a:r>
              <a:rPr lang="en-GB" dirty="0" err="1" smtClean="0"/>
              <a:t>d’indicteurs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172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Blueprint </a:t>
            </a:r>
            <a:br>
              <a:rPr lang="en-GB" dirty="0" smtClean="0"/>
            </a:br>
            <a:endParaRPr lang="en-GB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099" y="1457739"/>
            <a:ext cx="5142931" cy="377825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575" y="2128970"/>
            <a:ext cx="5664491" cy="288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5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VUE 1 </a:t>
            </a:r>
            <a:endParaRPr lang="en-GB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447" y="716453"/>
            <a:ext cx="5057745" cy="614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90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Vue</a:t>
            </a:r>
            <a:r>
              <a:rPr lang="en-GB" dirty="0" smtClean="0"/>
              <a:t> 2</a:t>
            </a:r>
            <a:endParaRPr lang="en-GB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921" y="531913"/>
            <a:ext cx="4769644" cy="602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5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Vue</a:t>
            </a:r>
            <a:r>
              <a:rPr lang="en-GB" dirty="0" smtClean="0"/>
              <a:t> 3</a:t>
            </a:r>
            <a:endParaRPr lang="en-GB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4416" y="759428"/>
            <a:ext cx="4942463" cy="589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35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 </a:t>
            </a:r>
            <a:r>
              <a:rPr lang="en-GB" dirty="0" err="1" smtClean="0"/>
              <a:t>choix</a:t>
            </a:r>
            <a:r>
              <a:rPr lang="en-GB" dirty="0" smtClean="0"/>
              <a:t> du </a:t>
            </a:r>
            <a:r>
              <a:rPr lang="en-GB" dirty="0" err="1" smtClean="0"/>
              <a:t>tchad</a:t>
            </a:r>
            <a:r>
              <a:rPr lang="en-GB" dirty="0" smtClean="0"/>
              <a:t> </a:t>
            </a:r>
            <a:endParaRPr lang="en-GB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763" y="2017644"/>
            <a:ext cx="4441074" cy="3526735"/>
          </a:xfrm>
          <a:prstGeom prst="rect">
            <a:avLst/>
          </a:prstGeom>
        </p:spPr>
      </p:pic>
      <p:pic>
        <p:nvPicPr>
          <p:cNvPr id="1028" name="Picture 4" descr="La nature en danger: Le lac Tchad va bientôt disparaître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153" y="2047461"/>
            <a:ext cx="5955590" cy="350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758441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82</TotalTime>
  <Words>33</Words>
  <Application>Microsoft Office PowerPoint</Application>
  <PresentationFormat>Grand écran</PresentationFormat>
  <Paragraphs>11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Brin</vt:lpstr>
      <vt:lpstr>Faites une étude sur l'eau potable</vt:lpstr>
      <vt:lpstr>BUT ET OBJECTIF DE LA MISSION</vt:lpstr>
      <vt:lpstr>Les donnes </vt:lpstr>
      <vt:lpstr>Blueprint  </vt:lpstr>
      <vt:lpstr>VUE 1 </vt:lpstr>
      <vt:lpstr>Vue 2</vt:lpstr>
      <vt:lpstr>Vue 3</vt:lpstr>
      <vt:lpstr>Le choix du tchad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Faites une étude sur l'eau potable</dc:title>
  <dc:creator>danielle spirita</dc:creator>
  <cp:lastModifiedBy>danielle spirita</cp:lastModifiedBy>
  <cp:revision>6</cp:revision>
  <dcterms:created xsi:type="dcterms:W3CDTF">2026-02-08T10:38:38Z</dcterms:created>
  <dcterms:modified xsi:type="dcterms:W3CDTF">2026-02-13T18:51:37Z</dcterms:modified>
</cp:coreProperties>
</file>