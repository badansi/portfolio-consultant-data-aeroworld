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sldIdLst>
    <p:sldId id="256" r:id="rId2"/>
    <p:sldId id="258" r:id="rId3"/>
    <p:sldId id="257" r:id="rId4"/>
    <p:sldId id="268" r:id="rId5"/>
    <p:sldId id="259" r:id="rId6"/>
    <p:sldId id="266" r:id="rId7"/>
    <p:sldId id="272" r:id="rId8"/>
    <p:sldId id="277" r:id="rId9"/>
    <p:sldId id="276" r:id="rId10"/>
    <p:sldId id="260" r:id="rId11"/>
    <p:sldId id="278" r:id="rId12"/>
    <p:sldId id="279" r:id="rId13"/>
    <p:sldId id="280" r:id="rId14"/>
    <p:sldId id="281" r:id="rId15"/>
    <p:sldId id="282" r:id="rId16"/>
    <p:sldId id="26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E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64" d="100"/>
          <a:sy n="64" d="100"/>
        </p:scale>
        <p:origin x="680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4259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066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82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8464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208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0463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159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790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6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9950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1654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763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92944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0917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7411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585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B8A33-EBBD-4CF9-9E78-DDF45B6728D6}" type="datetimeFigureOut">
              <a:rPr lang="en-GB" smtClean="0"/>
              <a:t>27/02/2026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924DE2-E931-498E-8E45-56DE9A41A0EF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9307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penclassrooms.com/fr/paths/804/projects/1583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/>
              <a:t/>
            </a:r>
            <a:br>
              <a:rPr lang="fr-FR" dirty="0"/>
            </a:br>
            <a:endParaRPr lang="en-GB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81892" y="3562312"/>
            <a:ext cx="7766936" cy="749767"/>
          </a:xfrm>
        </p:spPr>
        <p:txBody>
          <a:bodyPr>
            <a:normAutofit/>
          </a:bodyPr>
          <a:lstStyle/>
          <a:p>
            <a:pPr algn="ctr"/>
            <a:r>
              <a:rPr lang="en-GB" sz="4000" dirty="0" smtClean="0">
                <a:solidFill>
                  <a:schemeClr val="bg1"/>
                </a:solidFill>
              </a:rPr>
              <a:t>LA POULE QUI CHANTE </a:t>
            </a:r>
            <a:endParaRPr lang="en-GB" sz="4000" dirty="0">
              <a:solidFill>
                <a:schemeClr val="bg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1421137"/>
            <a:ext cx="115307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>
                <a:solidFill>
                  <a:schemeClr val="bg1"/>
                </a:solidFill>
                <a:hlinkClick r:id="rId2"/>
              </a:rPr>
              <a:t>Produisez une étude de marché avec R ou Python</a:t>
            </a:r>
            <a:endParaRPr lang="en-GB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6147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1. </a:t>
            </a:r>
            <a:r>
              <a:rPr lang="en-GB" dirty="0" err="1" smtClean="0"/>
              <a:t>Contexte</a:t>
            </a:r>
            <a:r>
              <a:rPr lang="en-GB" dirty="0" smtClean="0"/>
              <a:t> </a:t>
            </a:r>
            <a:r>
              <a:rPr lang="en-GB" dirty="0"/>
              <a:t>&amp; </a:t>
            </a:r>
            <a:r>
              <a:rPr lang="en-GB" dirty="0" err="1"/>
              <a:t>objectif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5" y="2151125"/>
            <a:ext cx="5772150" cy="4506153"/>
          </a:xfrm>
          <a:prstGeom prst="rect">
            <a:avLst/>
          </a:prstGeom>
        </p:spPr>
      </p:pic>
      <p:pic>
        <p:nvPicPr>
          <p:cNvPr id="1028" name="Picture 4" descr="Lait, porc et volaille : Révélations sur les conséquences sociales et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00" y="2045784"/>
            <a:ext cx="5788025" cy="4611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207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7212" y="92765"/>
            <a:ext cx="8596668" cy="831574"/>
          </a:xfrm>
        </p:spPr>
        <p:txBody>
          <a:bodyPr>
            <a:normAutofit fontScale="90000"/>
          </a:bodyPr>
          <a:lstStyle/>
          <a:p>
            <a:r>
              <a:rPr lang="fr-FR" dirty="0"/>
              <a:t>2. Collecte et sélection des </a:t>
            </a:r>
            <a:r>
              <a:rPr lang="fr-FR" dirty="0" smtClean="0"/>
              <a:t>données :NB1</a:t>
            </a:r>
            <a:endParaRPr lang="en-GB" dirty="0"/>
          </a:p>
        </p:txBody>
      </p:sp>
      <p:sp>
        <p:nvSpPr>
          <p:cNvPr id="3" name="ZoneTexte 2"/>
          <p:cNvSpPr txBox="1"/>
          <p:nvPr/>
        </p:nvSpPr>
        <p:spPr>
          <a:xfrm>
            <a:off x="3140765" y="1580322"/>
            <a:ext cx="483041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 smtClean="0"/>
              <a:t>Disponibilités</a:t>
            </a:r>
            <a:r>
              <a:rPr lang="en-GB" dirty="0" smtClean="0"/>
              <a:t> </a:t>
            </a:r>
            <a:r>
              <a:rPr lang="en-GB" dirty="0" err="1" smtClean="0"/>
              <a:t>Alimentaires</a:t>
            </a:r>
            <a:endParaRPr lang="en-GB" dirty="0" smtClean="0"/>
          </a:p>
          <a:p>
            <a:r>
              <a:rPr lang="en-GB" dirty="0" smtClean="0"/>
              <a:t>Population</a:t>
            </a:r>
          </a:p>
          <a:p>
            <a:r>
              <a:rPr lang="en-GB" dirty="0" smtClean="0"/>
              <a:t>Production </a:t>
            </a:r>
            <a:r>
              <a:rPr lang="en-GB" dirty="0" err="1" smtClean="0"/>
              <a:t>poulet</a:t>
            </a:r>
            <a:endParaRPr lang="en-GB" dirty="0" smtClean="0"/>
          </a:p>
          <a:p>
            <a:r>
              <a:rPr lang="en-GB" dirty="0" err="1" smtClean="0"/>
              <a:t>Consommation</a:t>
            </a:r>
            <a:r>
              <a:rPr lang="en-GB" dirty="0" smtClean="0"/>
              <a:t> </a:t>
            </a:r>
            <a:r>
              <a:rPr lang="en-GB" dirty="0" err="1" smtClean="0"/>
              <a:t>poulet</a:t>
            </a:r>
            <a:endParaRPr lang="en-GB" dirty="0" smtClean="0"/>
          </a:p>
          <a:p>
            <a:r>
              <a:rPr lang="en-GB" dirty="0" err="1" smtClean="0"/>
              <a:t>Pib</a:t>
            </a:r>
            <a:endParaRPr lang="en-GB" dirty="0" smtClean="0"/>
          </a:p>
          <a:p>
            <a:r>
              <a:rPr lang="en-GB" dirty="0" err="1" smtClean="0"/>
              <a:t>Stabilité</a:t>
            </a:r>
            <a:r>
              <a:rPr lang="en-GB" dirty="0" smtClean="0"/>
              <a:t> </a:t>
            </a:r>
            <a:r>
              <a:rPr lang="en-GB" dirty="0" err="1" smtClean="0"/>
              <a:t>politique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559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3. Préparation et nettoyage des données</a:t>
            </a:r>
            <a:br>
              <a:rPr lang="fr-FR" b="1" dirty="0"/>
            </a:br>
            <a:endParaRPr lang="en-GB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06" y="1270000"/>
            <a:ext cx="10752042" cy="533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35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7639" y="132522"/>
            <a:ext cx="8596668" cy="1320800"/>
          </a:xfrm>
        </p:spPr>
        <p:txBody>
          <a:bodyPr>
            <a:normAutofit/>
          </a:bodyPr>
          <a:lstStyle/>
          <a:p>
            <a:r>
              <a:rPr lang="en-GB" dirty="0"/>
              <a:t>4. Analyse </a:t>
            </a:r>
            <a:r>
              <a:rPr lang="en-GB" dirty="0" err="1"/>
              <a:t>exploratoire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17" name="AutoShape 8" descr="data:image/png;base64,iVBORw0KGgoAAAANSUhEUgAAAxYAAAGGCAYAAADmRxfNAAAAOnRFWHRTb2Z0d2FyZQBNYXRwbG90bGliIHZlcnNpb24zLjEwLjAsIGh0dHBzOi8vbWF0cGxvdGxpYi5vcmcvlHJYcgAAAAlwSFlzAAAPYQAAD2EBqD+naQAAiRRJREFUeJzs3XVYFenbB/DvoUtKQVAQFHWxELtdu1DXzlWwO1FsEbsDuxMMDFzFxkSxFbt1XUWMpUPqPO8fvsyPI+iCAueA3891cSnPPDPn5sycOXPPPCETQggQERERERH9BDVlB0BERERERLkfEwsiIiIiIvppTCyIiIiIiOinMbEgIiIiIqKfxsSCiIiIiIh+GhMLIiIiIiL6aUwsiIiIiIjopzGxICIiIiKin8bEgoiIiIiIfhoTCyIiIiIi+mlMLIjysOfPn2PAgAEoVqwYdHR0YGhoiFq1amHZsmWIi4uT6tna2qJly5YZ3u6RI0cgk8lQqFAhyOXydOskJCRg2bJlqFChAgwNDWFsbIwyZcqgf//+ePTokULdu3fvokOHDrCxsYGOjg4KFy6Mxo0bY/ny5Qr1bG1tIZPJ0v1p1qyZVG/atGmQyWRQU1PDP//8kya2yMhI6OrqQiaTYejQoVL5q1evvrl9mUyGuXPnSnXr1asHmUyGVq1apdl+ynYWLlz4n3Gn/tmyZcs33/OU10v5uwwNDfHbb7+hR48eOHnyZLrrZPT9AoCAgAA0b94chQsXho6ODooUKYJWrVrB29v7mzGlF5tMJoOpqSmqVKmCTZs2pXt8dOrUCTKZDOPGjZPKEhMTUa5cOdjZ2Skcm6nfUz09PXTs2FEqy+hxkx4XFxcYGBh8t86WLVu+u78uX74s1Y2Ojoa7uzvKli0LfX195M+fH46OjhgxYgSCg4O/+zpnz55V2K6mpiaKFSuGnj174sWLFwrvQerjKj3f+yxfv3493eMsJ/a9i4uLQj1tbW2ULFkSU6dOxefPn9PddkxMDGbMmAEHBwfo6enByMgIderUwbZt2yCESFM/9fY1NDRgamqKSpUqYcSIEXjw4EGa+inv+969e9N9/aFDh0Imk6UpT05OxubNm1GvXj2YmppCW1sbtra26NWrF65fv54mlu/9nD17NlPnnczu35RzYepjy9bWFsOHD0d4eHiabWTmvE2UHg1lB0BE2cPPzw8dO3aEtrY2evbsibJlyyIhIQEBAQEYO3Ys7t+/j3Xr1v3Qtr28vGBra4tXr17h9OnTaNSoUZo67du3x9GjR9G1a1f069cPiYmJePToEQ4fPoyaNWvC3t4eAHDp0iXUr18fRYoUQb9+/WBhYYF//vkHly9fxrJlyzBs2DCF7To6OsLV1TXN6xUqVChNmba2Nnbu3Ak3NzeF8v3793/37+vatStatGiRprxChQppyg4fPowbN26gUqVK39ze0qVLER0dLf1+5MgR7Ny5E0uWLEGBAgWk8po1a343LisrK8yZMwfAl4uuZ8+eYf/+/dixYwc6deqEHTt2QFNTU2GdjLxfPj4+6Ny5s3QhbGJigpcvX+L8+fNYv349unXr9t24vo7t48eP2LZtG/r06YMnT54oXBhFRkbi0KFDsLW1xc6dOzF37lzpgmfdunWoVasWZsyYgdmzZytsf+jQodDS0oKnpyeAzB83P2P69OkoWrRomvLixYsD+JIU1a1bF48ePYKzszOGDRuG6Oho3L9/H97e3mjbtm26x+fXhg8fjipVqiAxMRE3b97EunXr4Ofnh7t372Zo/R+Rk/teW1sbGzZsAABERETg4MGDmDFjBp4/fw4vLy+Fbb5//x4NGzbEw4cP0aVLFwwdOhSfP3/Gvn374OzsjCNHjsDLywvq6uoK6zVu3Bg9e/aEEAIREREICgrC1q1bsWrVKsybNw+jR4/+qfcrLi4O7dq1w7Fjx1C3bl1MnDgRpqamePXqFfbs2YOtW7fi9evX2L59u8J627Ztw8mTJ9OUlypVSkqkM3PeyazVq1fDwMAAMTEx8Pf3x/Lly3Hz5k0EBAQo1MvoeZvomwQR5TkvXrwQBgYGwt7eXgQHB6dZ/vTpU7F06VLpdxsbG+Hk5JShbUdHRwt9fX3h6ekpKlSoIFxcXNLUuXr1qgAgZs2alWZZUlKS+PTpk/R7ixYthJmZmQgLC0tT9/379wq/ZzROd3d3AUC0a9dOODo6plneuHFj0b59ewFADBkyRCp/+fKlACAWLFjwn6/x+++/iyJFiggTExPRqlUrhWX/tZ0FCxYIAOLly5f/+TqpX69MmTJpypOSksTgwYMFAOHm5qawLKPvV+nSpUWZMmVEfHx8mmVf74OMxhYTEyOsrKyEvr6+SEhIkMo3bdokNDU1xenTpwUAcfbsWYX1Bg0aJDQ1NcW9e/eksr179woAYtWqVVJZZo6b9Dg7Owt9ff3v1tm8ebMAIK5du/bdenv27BEAhJeXV5plcXFxIiIi4rvrnzlzRgAQPj4+CuWenp4CgJg9e7YQImPH5/f2+bVr1wQAsXnzZqksp/Z9eu+3XC4X1atXFzKZTISEhCgsa9q0qVBTUxMHDx5M85pjxowRAMTcuXMVyr/+PKf49OmTqFGjhgAg/Pz8pPJvve8phgwZIr6+TEopW7JkSZr6SUlJYsGCBeKff/7J0LZSZOa8k9n9m3Iu/Pjxo0Ldzp07CwDiypUrUllmzttE38KmUER50Pz58xEdHY2NGzfC0tIyzfLixYtjxIgRP7TtAwcOIC4uDh07dkSXLl2wf//+NE0Znj9/DgCoVatWmvXV1dWRP39+hbplypSBsbFxmrrm5uY/FGOKbt264fbt2wqP8ENCQnD69OkM3Yn9L/ny5cOoUaNw6NAh3Lx586e39yPU1dXh6emJ0qVLY8WKFYiIiMj0Np4/f44qVapAS0srzbIf3Qd6enqoXr06YmJi8PHjR6ncy8sLjRs3Rv369VGqVKk0d6rnzJmDAgUKYODAgRBCIDo6GiNHjkSNGjUwcOBAhZiz67jJrO8d7ylNEH9EgwYNAAAvX7788eD+Q07u+6/JZDLUrl0bQgiFJl+XL1/G8ePH4eLigtatW6dZb86cOShRogTmzZuXbrO5r+XPnx+7du2ChoYGZs2a9UN/EwC8efMGa9euRePGjTFy5Mg0y9XV1TFmzBhYWVn98GvklDp16gD437Gb+v8ZOW8TfQsTC6I86NChQyhWrNh/Nq35EV5eXqhfvz4sLCzQpUsXREVF4dChQwp1bGxspLpJSUnf3Z6NjQ1u3LiBe/fuZej1ExMT8enTpzQ/6V1g1K1bF1ZWVgptxXfv3g0DAwM4OTl98zViY2PTfY30/paU5iPTpk3LUPzZQV1dHV27dkVsbGyapg0Zeb9sbGzg7++PN2/eZGlcL168gLq6unTxHxwcjDNnzqBr164AvjT92Lt3LxISEqR1jIyM4OnpiYCAAGzYsAFTpkzB+/fvsW7dOoX27pk9bn5GREREmvfv33//VYgFwDfb/v+olAu97Lygy6l9/y2vXr0CAJiYmEhlKeeTnj17pruOhoYGunXrhrCwMFy8eDFD8RQpUgS///47Ll++jMjIyAyt87WjR48iKSkJPXr0+KH1/0tmzjs/K733PTPnbaJvYWJBlMdERkbi7du3KFeuXJZv+8OHDzh16hS6dOkC4MuXdY0aNdLcda5evTp+//13rF+/HlZWVujWrRtWrVqF169fp9nmmDFjEBsbC0dHR9SsWRPjxo3DiRMnkJiYmG4MJ06cgJmZWZqfZcuWpakrk8nQpUsX7Ny5Uyrz8vJCu3btoK2t/c2/093dPd3XSOmYmZqhoSFGjhyp1KcWAFC2bFkAincggYy9X+PGjcM///wDOzs7NGjQAFOnTkVAQMA3O+anJzk5WboQevToEUaMGIGbN2+iRYsW0NPTAwDs3LkT2tra+OOPPwAAXbp0QVhYGI4cOaKwrQ4dOqBly5YYO3Ysli9fjjFjxkh/X4rMHjc/o1GjRmnev8KFC0vL27Rpg99++w1Tp05F0aJF0atXL2zatAkfPnzI1OtERUXh06dPePfuHY4cOYIRI0ZAJpOhffv2Wf0nSXJq36dIqff8+XMsWrQI+/btQ9myZfHbb79JdVI6WpcvX/6br5my7OHDhxmOs2zZspDL5dJFdWalvFZ2nFuBzJ13Mis0NBSfPn3C33//jc2bN2PlypUwMzND3bp1pTqZOW8TfQs7bxPlMSl34/Lly5fl2961axfU1NQULnS6du0KV1dXhIWFSXe/ZDIZjh8/joULF2LHjh3YuXMndu7ciSFDhqBTp05Yu3atdCezcePGCAwMxJw5c3D8+HEEBgZi/vz5MDMzw4YNG9I0hahWrRpmzpyZJrYSJUqkG3O3bt2wcOFCXLt2DSYmJrh27VqajsFf69+/v8LoQylKly6dbv0RI0Zg6dKl8PDwwMGDB7+77eySMsJRVFSUQnlG3q/evXujcOHCWLx4Mc6cOYMzZ85gxowZKFasGLZv356hJ1+PHj2CmZmZ9LtMJoOTkxM2bdoklXl5ecHJyUk6NkuUKIFKlSrBy8sLbdq0UdjeypUrYW9vD2tra0yZMiXN62X2uPkZK1euRMmSJRXKUnca1tXVxZUrVzBr1izs2bMHW7ZswZYtW6CmpobBgwdj4cKF301kU/Tu3VvhdzMzM2zduhWVK1fOmj/kG6+ZE/se+DLgQOp6AFC7dm1s3bpV4WlUyjH8vXNYyrLMPH341mcko7Lz3Apk/ryTGakTN+BLcrR582aFxC8z522ib2FiQZTHpLTn/tEvz+/ZsWMHqlatin///VdqClKhQgUkJCTAx8cH/fv3l+pqa2tj0qRJmDRpEt69e4dz585h2bJl2LNnDzQ1NbFjxw6pbpUqVbB//34kJCQgKCgIBw4cwJIlS9ChQwfcvn1b4Yu1QIEC6Y5C9S0VKlSAvb09vL29YWxsDAsLC6nt+reUKFEiU69hZGSEkSNHwt3dHbdu3VJoXpBTUkad+vqiJ6PvV9OmTdG0aVPExsbixo0b2L17N9asWYOWLVvi0aNH/9ne3tbWFuvXr4dMJoOOjg5KlCihsM7Dhw9x69Yt9OzZE8+ePZPK69Wrh5UrVyIyMlKhL0KRIkVgbm6OMmXKQFdXN93XzMxx8zOqVq36nxf3RkZGmD9/PubPn4+///4b/v7+WLhwIVasWAEjI6N0k7uvTZ06FXXq1IG6ujoKFCiAUqVKQUMj67+mvx5CNbv3fQodHR2pmdObN28wf/58fPjwIc3+TTmGo6Kivnkhm5Hk42vf+oxkVHaeW4HMn3e+Jb0hcvft2wdDQ0N8/PgRnp6eePnyZbqfq8yct4nSw6ZQRHmMoaEhChUqlOVtz58+fYpr164hICAAJUqUkH5q164NAGmaQ6VmaWmJLl264Pz58yhRogT27NmTbhteLS0tVKlSBbNnz8bq1auRmJgIHx+fn469W7du2L17N7y9vdG5c2eoqWX9qW/EiBEwNjaGh4dHlm87I1L2d8oQqD9KT08PderUwYoVKzB58mSEhYXh6NGj/7mevr4+GjVqhIYNG6JWrVppLixTLkhGjRqlcPwsWrRIGkb0R2XXcfOjbGxs0Lt3b1y8eBHGxsbf/WykVq5cOTRq1Aj169dHuXLlfiip0NHR+WaH5tjYWKlOerJr36dQV1dHo0aN0KhRI7i4uMDf3x8hISEYMGCAQr1SpUoBAO7cufPN10xZlpnk8d69e1BXV5eGDk55H773fqV+r1KGWr17926GXzOr/ej+rVu3Lho1aoSuXbvi5MmT0NXVRffu3b/b5C2j522i1JhYEOVBLVu2xPPnzxEYGJhl2/Ty8oKmpiZ27doFHx8fhZ8RI0bgwoUL/9kWV1NTEw4ODlKH4u9JuUP87t27n469W7duePfuHZ48eZIlo0GlJ+WpxcGDB3Hr1q1seY1vSU5Ohre3N/T09KRELytk1T4QQsDb2xv169dPc+z4+PjAwcEhwxff/yUrj5ufZWJiAjs7uxyNxcbGBk+ePEl32ePHj6U6/yUn3kdLS0tpVLXUkw2mTAC3bdu2dNdLOd5NTEzSHcEoPa9fv8a5c+dQo0YN6YlFyvuQ8r587fHjxwrvVfPmzaGurq7Uu/ZZsX8NDAzg7u6O27dvY8+ePf/5mpk5bxMxsSDKg9zc3KCvr4++ffvi/fv3aZY/f/483c7O3+Pl5YU6deqgc+fO6NChg8LP2LFjAUDqJP306dN0k4zw8HAEBgbCxMREamt95syZdEfSSenQ+3Xb4B9hZ2eHpUuXYs6cOahatepPb+9bRo4cCWNjY0yfPj3bXuNrycnJGD58OB4+fIjhw4f/0NCm/v7+6ZZn1T64ePEiXr16hV69eqU5djp06IDOnTvjzJkz/zlDdWo5cdxkVFBQULoXXH///TcePHiQo7G0aNECb968ga+vr0J5fHw8NmzYAHNzc1SsWFEqz+59/1+GDRsGPT09hYn0atasiUaNGmHz5s04fPhwmnUmTZqEJ0+ewM3N7ZvN5FILDQ1F165dkZycjEmTJknllpaWcHR0xI4dO9LMQn3jxg1cvnwZzZs3l8qsra3Rr18/nDhxIt3Z3eVyORYtWpTlI2ylltn9+y3du3eHlZUV5s2bJ5Vl5rxN9C3sY0GUB9nZ2UnNfkqVKqUw8/alS5fg4+MDFxcXhXWePXuWbjvwChUqoECBAnj27BmGDh2a7usVLlwYFStWhJeXF8aNG4egoCB069YNzZs3R506dWBqaoq3b99i69atCA4OxtKlS6XOr8OGDUNsbCzatm0Le3t7Kcbdu3fD1tYWvXr1Unitt2/fpnvH0MDAIE0H4NQyM2/HzZs3030NOzs71KhR45vrGRkZYcSIEdnWHCoiIkKKKzY2Vpp5+/nz5+jSpQtmzJiRZp2MvF9//PEHihYtilatWsHOzg4xMTE4deoUDh06hCpVqqBVq1Y/FXfKDMnfGuK3devWmDRpEnbt2pXhmZEze9ykJzExMd1j3tTUFIMHD5Z+P3r0qMJcKClq1qyJYsWK4eTJk3B3d0fr1q1RvXp1GBgY4MWLF9i0aRPi4+OzfChif3//NHPHAF9Gp+rfvz82bdqEjh07onfv3qhQoQL+/fdf7N69G/fu3cO2bdsU5qzI7n3/X/Lnz49evXph1apVePjwodQMatu2bWjYsCH++OMPdOvWDXXq1EF8fDz279+Ps2fPonPnztINjdSePHmCHTt2QAiByMhIBAUFwcfHB9HR0Vi8eDGaNWumUH/x4sVo2rQpHB0d4eLigkKFCuHhw4dYt24dLC0tMWHCBIX6ixYtwvPnzzF8+HDs378fLVu2hImJCV6/fg0fHx88evRIGjUvszJy3sns/v0WTU1NjBgxAmPHjsWxY8fQrFmzTJ23ib5JiZPzEVE2e/LkiejXr5+wtbUVWlpaIl++fKJWrVpi+fLl4vPnz1I9GxsbASDdnz59+ohhw4YJAOL58+fffK1p06YJACIoKEi8f/9ezJ07V/z+++/C0tJSaGhoCBMTE9GgQQOxd+9ehfWOHj0qevfuLezt7YWBgYHQ0tISxYsXF8OGDUt35u1vxWljYyPV+9Zss1/DN2be/taPs7OzVPdbM2GHhYUJIyOjbJl5O3UsBgYGokSJEuLPP/8UJ06cSHedjL5fO3fuFF26dBF2dnZCV1dX6OjoiNKlS4tJkyaJyMjIDMWW3nshhBAJCQkif/78ok6dOt/dRtGiRUWFChXSxP+tWYYzc9ykx9nZ+ZvvjZ2dnRDifzNvf+snZYbjFy9eiKlTp4rq1asLc3NzoaGhIczMzISTk5M4ffr0f8byXzNAp/iv43P79u1CiC/H4KhRo0TRokWFpqamMDQ0FPXr1xdHjx5Ns83s3PepfW+m8+fPnwt1dXWFz5cQQkRFRYlp06aJMmXKCF1dXen8tWXLFiGXy9NsJ/V7oaamJoyNjUWFChXEiBEjxP37978Z2+XLl0XLli2FiYmJ0NDQEIULFxZ9+/YVb968Sbd+UlKS2LBhg6hTp44wMjISmpqawsbGRvTq1UvcunUr3XUyMvN2Rs47QmRu/37vXBgRESGMjIzE77//LoQQmTpvE32LTIgsnM2HiIiIiIh+SexjQUREREREP42JBRERERER/TQmFkRERERE9NOYWBARERER0U9jYkFERERERD+NiQUREREREf00TpCXB8nlcgQHByNfvnyQyWTKDoeIiIiIcikhBKKiolCoUCGoqX3/mQQTizwoODgY1tbWyg6DiIiIiPKIf/75B1ZWVt+tw8QiD8qXLx+ALweAoaGhkqMhIiIiotwqMjIS1tbW0vXl9zCxyINSmj8ZGhoysSAiIiKin5aR5vXsvE1ERERERD+NiQUREREREf00JhZERERERPTTmFgQEREREdFPY2JBREREREQ/jaNCUbaxHe+n7BBUwqu5TsoOgYiIiCjb8YkFERERERH9NCYWRERERET0036oKVRiYiJCQkIQGxsLMzMzmJqaZnVcRERERESUi2T4iUVUVBRWr16N33//HYaGhrC1tUWpUqVgZmYGGxsb9OvXD9euXcvOWImIiIiISEVlKLFYvHgxbG1tsXnzZjRq1Ai+vr64ffs2njx5gsDAQLi7uyMpKQlNmjRBs2bN8PTp0+yOm4iIiIiIVEiGmkJdu3YN58+fR5kyZdJdXrVqVfTu3Rtr1qzB5s2bceHCBZQoUSJLAyUiIiIiItWVocRi586dGdqYtrY2Bg4c+FMBERERERFR7vPTo0JFRkbC19cXDx8+zIp4iIiIiIgoF8p0YtGpUyesWLECABAXF4fKlSujU6dOcHBwwL59+7I8QCIiIiIiUn2ZTizOnz+POnXqAAAOHDgAIQTCw8Ph6emJmTNnZnmARERERESk+jKdWEREREjzVhw7dgzt27eHnp4enJycOBoUEREREdEvKtOJhbW1NQIDAxETE4Njx46hSZMmAICwsDDo6OhkeYBERERERKT6Mj3z9siRI9G9e3cYGBigSJEiqFevHoAvTaTKlSuX1fEREREREVEukOnEYvDgwahatSr++ecfNG7cGGpqXx56FCtWjH0siIiIiIh+UZlOLACgcuXKcHBwwMuXL2FnZwcNDQ04OTlldWxERERERJRLZLqPRWxsLPr06QM9PT2UKVMGr1+/BgAMGzYMc+fOzfIAiYiIiIhI9WU6sZgwYQKCgoJw9uxZhc7ajRo1wu7du7M0OCIiIiIiyh0y3RTK19cXu3fvRvXq1SGTyaTyMmXK4Pnz51kaHBERERER5Q6ZfmLx8eNHmJubpymPiYlRSDSIiIiIiOjXkenEonLlyvDz85N+T0kmNmzYgBo1amRdZERERERElGtkuinU7Nmz0bx5czx48ABJSUlYtmwZHjx4gEuXLuHcuXPZESMREREREam4TD+xqF27Nm7fvo2kpCSUK1cOJ06cgLm5OQIDA1GpUqXsiJGIiIiIiFTcD81jYWdnh/Xr12d1LERERERElEtl+okFAMjlcjx58gQBAQE4f/68wk9mnD9/Hq1atUKhQoUgk8ng6+ursFwIgalTp8LS0hK6urpo1KgRnj59qlAnNDQU3bt3h6GhIYyNjdGnTx9ER0cr1Llz5w7q1KkDHR0dWFtbY/78+Wli8fHxgb29PXR0dFCuXDkcOXJEZWMhIiIiIlI1mU4sLl++jOLFi6NUqVKoW7cu6tWrJ/3Ur18/U9uKiYlB+fLlsXLlynSXz58/H56enlizZg2uXLkCfX19NG3aFJ8/f5bqdO/eHffv38fJkydx+PBhnD9/Hv3795eWR0ZGokmTJrCxscGNGzewYMECTJs2DevWrZPqXLp0CV27dkWfPn1w69YttGnTBm3atMG9e/dUMhYiIiIiIlUjE0KIzKzg6OiIkiVLwsPDA5aWlmmGmDUyMvqxQGQyHDhwAG3atAHw5QlBoUKF4OrqijFjxgAAIiIiULBgQWzZsgVdunTBw4cPUbp0aVy7dg2VK1cGABw7dgwtWrTAmzdvUKhQIaxevRqTJk1CSEgItLS0AADjx4+Hr68vHj16BADo3LkzYmJicPjwYSme6tWrw9HREWvWrFGpWDIiMjISRkZGiIiIgKGh4Q/tj6xgO97vvyv9Al7NdVJ2CEREREQ/JDPXlZl+YvH06VPMnj0bpUqVgrGxMYyMjBR+ssrLly8REhKCRo0aSWVGRkaoVq0aAgMDAQCBgYEwNjaWLuSBLzOAq6mp4cqVK1KdunXrShfyANC0aVM8fvwYYWFhUp3Ur5NSJ+V1VCkWIiIiIiJVlOnEolq1anj27Fl2xKIgJCQEAFCwYEGF8oIFC0rLQkJC0kzWp6GhAVNTU4U66W0j9Wt8q07q5aoSS3ri4+MRGRmp8ENERERElJMyPSrUsGHD4OrqipCQEJQrVw6ampoKyx0cHLIsOMqYOXPmwMPDQ9lhEBEREdEvLNOJRfv27QEAvXv3lspkMhmEEJDJZEhOTs6SwCwsLAAA79+/h6WlpVT+/v17ODo6SnU+fPigsF5SUhJCQ0Ol9S0sLPD+/XuFOim//1ed1MtVJZb0TJgwAaNHj5Z+j4yMhLW19TfrExERERFltUw3hXr58mWanxcvXkj/ZpWiRYvCwsIC/v7+UllkZCSuXLmCGjVqAABq1KiB8PBw3LhxQ6pz+vRpyOVyVKtWTapz/vx5JCYmSnVOnjyJ3377DSYmJlKd1K+TUifldVQplvRoa2vD0NBQ4YeIiIiIKCdl+omFjY1Nlr14dHS0Qn+Nly9f4vbt2zA1NUWRIkUwcuRIzJw5EyVKlEDRokUxZcoUFCpUSBo5qlSpUmjWrBn69euHNWvWIDExEUOHDkWXLl1QqFAhAEC3bt3g4eGBPn36YNy4cbh37x6WLVuGJUuWSK87YsQI/P7771i0aBGcnJywa9cuXL9+XRoGViaTqUwsRERERESqKNPDzQJfRoY6c+YMPnz4ALlcrrBs6tSpGd7O2bNn0537wtnZGVu2bIEQAu7u7li3bh3Cw8NRu3ZtrFq1CiVLlpTqhoaGYujQoTh06BDU1NTQvn17eHp6wsDAQKpz584dDBkyBNeuXUOBAgUwbNgwjBs3TuE1fXx8MHnyZLx69QolSpTA/Pnz0aJFC2m5KsXyXzjcrGrhcLNERESUW2XmujLTicX69esxaNAgFChQABYWFgrzWMhkMty8efPHoqYsw8RCtTCxICIiotwqM9eVmW4KNXPmTMyaNSvNXXYiIiIiIvp1ZbrzdlhYGDp27JgdsRARERERUS6V6cSiY8eOOHHiRHbEQkREREREuVSmm0IVL14cU6ZMweXLl9OdIG/48OFZFhwREREREeUOme68XbRo0W9vTCbL0rks6Mew87ZqYedtIiIiyq2ytfP2y5cvfzgwIiIiIiLKmzLdxyI1IQR+YBoMIiIiIiLKY34osdi2bRvKlSsHXV1d6OrqwsHBAdu3b8/q2IiIiIiIKJfIdFOoxYsXY8qUKRg6dChq1aoFAAgICMDAgQPx6dMnjBo1KsuDJCIiIiIi1ZbpxGL58uVYvXo1evbsKZW1bt0aZcqUwbRp05hYEBERERH9gjLdFOrdu3eoWbNmmvKaNWvi3bt3WRIUERERERHlLplOLIoXL449e/akKd+9ezdKlCiRJUEREREREVHukummUB4eHujcuTPOnz8v9bG4ePEi/P390004iIiIiIgo78v0E4v27dvjypUrKFCgAHx9feHr64sCBQrg6tWraNu2bXbESEREREREKi7TTywAoFKlStixY0dWx0JERERERLlUpp9YqKur48OHD2nK//33X6irq2dJUERERERElLtkOrH41kzb8fHx0NLS+umAiIiIiIgo98lwUyhPT08AgEwmw4YNG2BgYCAtS05Oxvnz52Fvb5/1ERIRERERkcrLcGKxZMkSAF+eWKxZs0ah2ZOWlhZsbW2xZs2arI+QiIiIiIhUXoYTi5cvXwIA6tevj/3798PExCTbgiIiIiIiotwl06NCnTlzJjviICIiIiKiXCxDnbfnzp2L2NjYDG3wypUr8PPz+6mgiIiIiIgod8lQYvHgwQPY2Nhg8ODBOHr0KD5+/CgtS0pKwp07d7Bq1SrUrFkTnTt3Rr58+bItYCIiIiIiUj0Zagq1bds2BAUFYcWKFejWrRsiIyOhrq4ObW1t6UlGhQoV0LdvX7i4uEBHRydbgyYiIiIiItWS4T4W5cuXx/r167F27VrcuXMHf//9N+Li4lCgQAE4OjqiQIEC2RknERERERGpsEx33lZTU4OjoyMcHR2zIRwiIiIiIsqNMj3zNhERERER0deYWBARERER0U9jYkFERERERD+NiQUREREREf00JhZERERERPTTMj0qVExMDObOnQt/f398+PABcrlcYfmLFy+yLDgiIiIiIsodMp1Y9O3bF+fOnUOPHj1gaWkJmUyWHXEREREREVEukunE4ujRo/Dz80OtWrWyIx4iIiIiIsqFMt3HwsTEBKamptkRCxERERER5VKZTixmzJiBqVOnIjY2NjviISIiIiKiXCjTTaEWLVqE58+fo2DBgrC1tYWmpqbC8ps3b2ZZcERERERElDtkOrFo06ZNNoRBRERERES5WaYTC3d39+yIg4iIiIiIcrFMJxYpbty4gYcPHwIAypQpgwoVKmRZUERERERElLtkOrH48OEDunTpgrNnz8LY2BgAEB4ejvr162PXrl0wMzPL6hiJiIiIiEjFZXpUqGHDhiEqKgr3799HaGgoQkNDce/ePURGRmL48OHZESMREREREam4TD+xOHbsGE6dOoVSpUpJZaVLl8bKlSvRpEmTLA2OiPIW2/F+yg5BJbya66TsEIiIiLJcpp9YyOXyNEPMAoCmpibkcnmWBEVERERERLlLphOLBg0aYMSIEQgODpbK3r59i1GjRqFhw4ZZGhwREREREeUOmU4sVqxYgcjISNja2sLOzg52dnYoWrQoIiMjsXz58uyIkYiIiIiIVFym+1hYW1vj5s2bOHXqFB49egQAKFWqFBo1apTlwRERERERUe7wQ/NYyGQyNG7cGI0bN87qeIiIiIiIKBfKUFMoT09PfP78Wfr/936y0rRp0yCTyRR+7O3tpeWfP3/GkCFDkD9/fhgYGKB9+/Z4//69wjZev34NJycn6OnpwdzcHGPHjkVSUpJCnbNnz6JixYrQ1tZG8eLFsWXLljSxrFy5Era2ttDR0UG1atVw9epVheU5GQsRERERkarJ0BOLJUuWoHv37tDR0cGSJUu+WU8mk2X5XBZlypTBqVOnpN81NP4X8qhRo+Dn5wcfHx8YGRlh6NChaNeuHS5evAgASE5OhpOTEywsLHDp0iW8e/cOPXv2hKamJmbPng0AePnyJZycnDBw4EB4eXnB398fffv2haWlJZo2bQoA2L17N0aPHo01a9agWrVqWLp0KZo2bYrHjx/D3Nw8R2MhIiIiIlJFMiGEUHYQ3zJt2jT4+vri9u3baZZFRETAzMwM3t7e6NChAwDg0aNHKFWqFAIDA1G9enUcPXoULVu2RHBwMAoWLAgAWLNmDcaNG4ePHz9CS0sL48aNg5+fH+7duydtu0uXLggPD8exY8cAANWqVUOVKlWwYsUKAF+G3LW2tsawYcMwfvz4HI0lIyIjI2FkZISIiAgYGhpm4h3PWpyz4AvOWfA/PCa+4DFBRES5RWauKzM9KtT06dMRGxubpjwuLg7Tp0/P7Ob+09OnT1GoUCEUK1YM3bt3x+vXrwEAN27cQGJiokKncXt7exQpUgSBgYEAgMDAQJQrV066kAeApk2bIjIyEvfv35fqfN3xvGnTptI2EhIScOPGDYU6ampqaNSokVQnp2IhIiIiIlJVmU4sPDw8EB0dnaY8NjYWHh4eWRJUimrVqmHLli04duwYVq9ejZcvX6JOnTqIiopCSEgItLS0YGxsrLBOwYIFERISAgAICQlRuJBPWZ6y7Ht1IiMjERcXh0+fPiE5OTndOqm3kROxfEt8fDwiIyMVfoiIiIiIclKmR4USQkAmk6UpDwoKgqmpaZYElaJ58+bS/x0cHFCtWjXY2Nhgz5490NXVzdLXys3mzJmT5UkdEVF2Y9O4L9g07gseD//DY4Jyqww/sTAxMYGpqSlkMhlKliwJU1NT6cfIyAiNGzdGp06dsjNWGBsbo2TJknj27BksLCyQkJCA8PBwhTrv37+HhYUFAMDCwiLNyEwpv/9XHUNDQ+jq6qJAgQJQV1dPt07qbeRELN8yYcIERERESD///PPPN+sSEREREWWHDCcWS5cuxeLFiyGEgIeHB5YsWSL9rFmzBgEBAVi5cmV2xoro6Gg8f/4clpaWqFSpEjQ1NeHv7y8tf/z4MV6/fo0aNWoAAGrUqIG7d+/iw4cPUp2TJ0/C0NAQpUuXluqk3kZKnZRtaGlpoVKlSgp15HI5/P39pTo5Fcu3aGtrw9DQUOGHiIiIiCgnZbgplLOzMwCgaNGiqFWrlsKwr9llzJgxaNWqFWxsbBAcHAx3d3eoq6uja9euMDIyQp8+fTB69GiYmprC0NAQw4YNQ40aNVC9enUAQJMmTVC6dGn06NED8+fPR0hICCZPnowhQ4ZAW1sbADBw4ECsWLECbm5u6N27N06fPo09e/bAz+9/j2RHjx4NZ2dnVK5cGVWrVsXSpUsRExODXr16AUCOxkJEREREpIoynR3ExMTA398/zbwKx48fh1wuV+gX8bPevHmDrl274t9//4WZmRlq166Ny5cvw8zMDMCX+TXU1NTQvn17xMfHo2nTpli1apW0vrq6Og4fPoxBgwahRo0a0NfXh7Ozs8LoVUWLFoWfnx9GjRqFZcuWwcrKChs2bFD4+zp37oyPHz9i6tSpCAkJgaOjI44dO6bQ0TqnYiEiIiL6FbDfzRe5qc9NpuexcHBwwNy5c9GiRQuF8mPHjmHcuHEICgrK0gAp8ziPhWrJTSeE7MZj4gseE1/wePiCx8MXPB7+h8fEFzwmvlD28ZCt81g8ffpU6hOQmr29PZ49e5bZzRERERERUR6Q6cTCyMgIL168SFP+7Nkz6OvrZ0lQRERERESUu2Q6sfjjjz8wcuRIPH/+XCp79uwZXF1d0bp16ywNjoiIiIiIcodMJxbz58+Hvr4+7O3tUbRoURQtWhSlSpVC/vz5sXDhwuyIkYiIiIiIVFymR4UyMjLCpUuXcPLkSQQFBUFXVxcODg6oW7dudsRHRERERES5wA9NRiGTydCkSRM0adIkq+MhIiIiIqJcKNOJRep5F9IzderUHw6GiIiIiIhyp0wnFgcOHFD4PTExES9fvoSGhgbs7OyYWBARERER/YIynVjcunUrTVlkZCRcXFzQtm3bLAmKiIiIiIhyl0yPCpUeQ0NDeHh4YMqUKVmxOSIiIiIiymWyJLEAgIiICERERGTV5oiIiIiIKBfJdFMoT09Phd+FEHj37h22b9+O5s2bZ1lgRERERESUe2Q6sViyZInC72pqajAzM4OzszMmTJiQZYEREREREVHukenE4uXLl9kRBxERERER5WJZ1seCiIiIiIh+XRl6YtGuXbsMb3D//v0/HAwREREREeVOGXpiYWRkJP0YGhrC398f169fl5bfuHED/v7+MDIyyrZAiYiIiIhIdWXoicXmzZul/48bNw6dOnXCmjVroK6uDgBITk7G4MGDYWhomD1REhERERGRSst0H4tNmzZhzJgxUlIBAOrq6hg9ejQ2bdqUpcEREREREVHukOnEIikpCY8ePUpT/ujRI8jl8iwJioiIiIiIcpdMDzfbq1cv9OnTB8+fP0fVqlUBAFeuXMHcuXPRq1evLA+QiIiIiIhUX6YTi4ULF8LCwgKLFi3Cu3fvAACWlpYYO3YsXF1dszxAIiIiIiJSfZlOLNTU1ODm5gY3NzdERkYCADttExERERH94jKdWKT4+PEjHj9+DACwt7dHgQIFsiwoIiIiIiLKXTLdeTsmJga9e/eGpaUl6tati7p168LS0hJ9+vRBbGxsdsRIREREREQqLtOJxejRo3Hu3DkcOnQI4eHhCA8Px8GDB3Hu3Dn2sSAiIiIi+kVluinUvn37sHfvXtSrV08qa9GiBXR1ddGpUyesXr06K+MjIiIiIqJcINNPLGJjY1GwYME05ebm5mwKRURERET0i8p0YlGjRg24u7vj8+fPUllcXBw8PDxQo0aNLA2OiIiIiIhyh0w3hVq6dCmaNWsGKysrlC9fHgAQFBQEHR0dHD9+PMsDJCIiIiIi1ZfpxKJcuXJ4+vQpvLy88OjRIwBA165d0b17d+jq6mZ5gEREREREpPoylVgkJibC3t4ehw8fRr9+/bIrJiIiIiIiymUy1cdCU1NToW8FERERERER8AOdt4cMGYJ58+YhKSkpO+IhIiIiIqJcKNN9LK5duwZ/f3+cOHEC5cqVg76+vsLy/fv3Z1lwRERERESUO2Q6sTA2Nkb79u2zIxYiIiIiIsqlMp1YbN68OTviICIiIiKiXCzDfSzkcjnmzZuHWrVqoUqVKhg/fjzi4uKyMzYiIiIiIsolMpxYzJo1CxMnToSBgQEKFy6MZcuWYciQIdkZGxERERER5RIZTiy2bduGVatW4fjx4/D19cWhQ4fg5eUFuVyenfEREREREVEukOHE4vXr12jRooX0e6NGjSCTyRAcHJwtgRERERERUe6R4cQiKSkJOjo6CmWamppITEzM8qCIiIiIiCh3yfCoUEIIuLi4QFtbWyr7/PkzBg4cqDCXBeexICIiIiL69WQ4sXB2dk5T9ueff2ZpMERERERElDtlOLHg/BVERERERPQtGe5jQURERERE9C1MLIiIiIiI6KcxsSAiIiIiop/GxEKFrVy5Era2ttDR0UG1atVw9epVZYdERERERJQuJhYqavfu3Rg9ejTc3d1x8+ZNlC9fHk2bNsWHDx+UHRoRERERURpMLFTU4sWL0a9fP/Tq1QulS5fGmjVroKenh02bNik7NCIiIiKiNJhYqKCEhATcuHEDjRo1ksrU1NTQqFEjBAYGKjEyIiIiIqL0ZXgeC8o5nz59QnJyMgoWLKhQXrBgQTx69ChN/fj4eMTHx0u/R0REAAAiIyOzN9D/II+PVerrqwpl7wdVwmPiCx4TX/B4+ILHwxc8Hv6Hx8QXPCa+UPbxkPL6Qoj/rMvEIg+YM2cOPDw80pRbW1srIRr6mtFSZUdAqobHBKXG44G+xmOCUlOV4yEqKgpGRkbfrcPEQgUVKFAA6urqeP/+vUL5+/fvYWFhkab+hAkTMHr0aOl3uVyO0NBQ5M+fHzKZLNvjVVWRkZGwtrbGP//8A0NDQ2WHQyqAxwSlxuOBUuPxQF/jMfGFEAJRUVEoVKjQf9ZlYqGCtLS0UKlSJfj7+6NNmzYAviQL/v7+GDp0aJr62tra0NbWVigzNjbOgUhzB0NDw1/6hEBp8Zig1Hg8UGo8HuhrPCbwn08qUjCxUFGjR4+Gs7MzKleujKpVq2Lp0qWIiYlBr169lB0aEREREVEaTCxUVOfOnfHx40dMnToVISEhcHR0xLFjx9J06CYiIiIiUgVMLFTY0KFD0236RBmjra0Nd3f3NM3E6NfFY4JS4/FAqfF4oK/xmMg8mcjI2FFERERERETfwQnyiIiIiIjopzGxICIiIiKin8bEgoiIiIiIfhoTC/plffjwQdkhEBEREeUZTCzol+Tt7Y1OnTrh9u3byg6FSCXI5XJlh0A/iGOwEOUeef1cy8SCfknJyckAgOnTpzO5oF+eXC6HmtqXr4Nt27bB399fyRFRRsnlcshkMgBAXFyckqOhHxUfH49Dhw4B+N+FZ16/AP2VfP78Gffv30doaKh0rs2r8vZfR/QNPXr0wIgRIxAfHw93d3fcvXtX2SERKYUQQvqiGz9+PKZOnYqLFy8iLCyMd8JVXOqEcO7cuZg4cSKCg4OVHBX9iJ07d2LcuHFo3LgxJkyYgODg4Dx/AformTlzJoYMGYIKFSpg5cqVuHbtmrQsr51nedTSLycpKQkAULFiRZQpUwZBQUGYNGkSHjx4oOTIiHJeyt3u+fPnY+PGjdi3bx+mTp0KExMTaRmpppQLTzc3N3h6euK3337jPsulunfvjgcPHqBVq1Z49OgR7O3tsW3bNoSGhio7NMoCM2fOhJ+fHyZNmoSdO3dixIgRmDdvHoAv5+C8lFwwsaBfjoaGBnbv3o369evj/fv3KFKkCM6fP48JEyYgKChI2eER5bioqCgEBgZi9uzZqFSpEl68eIG//voLTk5OcHV1xdOnT5UdIn3Dnj17sHXrVhw5cgQDBw6EpaUlYmNjERISgtjYWGWHR//h6wvKYcOGwcfHB8OHD8fQoUOxfPlyvH37VknRUVZITEwEAOjr66N///5Yt24d/vjjD8yYMQMjR44EkLeSCw1lB0CUU1KaDbx69Qrjxo3D2LFjMXDgQKirq2PTpk3YunUrpk6dijlz5qB06dLKDpco2wghFO5s58uXD6GhofD29oaVlRU8PT0RExMDW1tbbNy4EREREdiwYYMSI6ZvCQkJQbVq1eDo6Ih79+7h6NGjWL9+PTQ1NeHk5ITJkyfD0NBQ2WFSKqk/fyn/ampqSr9raWlh5syZMDMzw+zZs6Gnp4cxY8Yo1CfV9fX5NWXfpihdujSKFCkCKysr9OvXD7q6upgzZ06e2bdMLChPW7t2LSIiIuDm5iY1G0hISEBcXBx+++03qKurAwB69+4NIQRGjhyJyZMnY8qUKahQoYIyQyfKFqnb5QNfBjJQV1fHtGnTMHbsWHTt2hXDhg1D06ZNUbt2bSxZsgRnzpxBQkICtLS0lBg5fX3BAgAGBgY4fPgwBg8ejOPHj6NKlSoYOnQoPnz4AC8vLwwaNIiJhQpJvQ99fX3x+PFj3L17F+bm5ujVqxeKFSsGfX19AMCIESOQkJCAKVOmoH79+qhcuXKazy+pltT79+DBg3j48CGuXLmCKlWqoGLFimjWrBmAL5/bjh07IjY2FrNmzYKjoyM6d+6szNCzDBMLyrPCw8Nx69YtnDx5Evr6+hgyZAgAQF1dHQULFpQeL6ecqPv06YP169cjMDAQCxcuxKZNm6Ctra3MP4EoS6W+KFm7di0uXbqEuLg41KhRA6NGjcLVq1fx7t07FC5cWFrHz88PJUuWZFKhZKn3XXBwMOLj42FjY4PevXsjISEBJ06cwPjx49G4cWPY2tri77//xpEjRxATE6PkyCm1lIvOcePGYffu3XBwcMCHDx9w5swZrF+/Hq6urujbty+srKwAAGPHjsXdu3cxePBg+Pv7I1++fMoMn/5Dyv51c3PDvn37YGtrCwBYvHgxoqKiMH78eHh4eAAAtLS04OTkhCtXruDUqVPo0KEDZDJZ7k8cBVEe9uzZMzF27Fjx22+/iWXLlknlXbp0EdbW1uLmzZtSWWxsrOjatauYOXOmePv2rTLCJcoRbm5uolChQmLcuHFi8eLFQiaTicGDB4vExEQhhBDR0dHi2LFjolmzZqJcuXJSuVwuV2bYv6zU7/u0adOEo6OjKFq0qLC3txfbt28XSUlJIikpSaobFxcnmjVrJho0aCCSk5OVFTZ9w+zZs4WZmZm4du2atN+Cg4PFoEGDhEwmE5MnTxYRERHSfr9y5Ypo0qSJwvcVqa7Zs2cLc3NzcfXqVREdHS2EEOL69eti6NChQiaTiUmTJinUP3bsmMiXL5+4fv26MsLNckwsKE9KTk6WvlDv3bsnxowZI+zt7cXixYulOnXr1hVWVlZi5cqV4sCBA2LMmDGiZMmSIiQkRFlhE2WL1Bemly5dEnZ2duL8+fNCiC9fatra2mL9+vVSnYCAANG7d2/RunVrkZCQIIQQUnJByjNjxgxhbm4uDh48KGJjY0WNGjVEsWLFxKNHj4QQQsTFxYklS5aIBg0aiAoVKkj7jsmFapDL5eLt27fi999/F97e3kKItJ+rwYMHCz09PXH58mWF8oYNG4qhQ4fmWKyUeXK5XISEhIgaNWqI7du3S2Up/vnnHzFixAihrq4ufH19FdYdMGCAcHd3z8lws00uf95ClD41NTWoqalhz549OHr0KLp16wYnJyesXbsWS5cuBQCcO3cODRs2xKZNmzBs2DAcPXoU3t7eKFiwoHKDJ8oiffr0QXx8vEK7/A8fPqBAgQKoU6cODhw4gA4dOmDZsmXo27cvIiIicP78edSqVQuTJk3CgQMHoKmpiaSkJGhosOVsToqOjlb4PSwsDCdPnsSyZcvQunVrnD9/Hvfv34ebmxt+++03yOVyCCFgZGSEMmXK4OrVq9K+y/VNK/IImUyGmJgY3L59G8bGxgAgfa7E/48INGvWLBQqVAjLly+HEEKazHXu3LkoXry4NFw6qR6ZTIawsDA8ePAApUqVkspT9q2VlRV69+6NQoUK4dy5cwD+N1lvtWrVYGBgkPNBZwN+U1CeI/6/89Tr16/Rr18/zJ07FxUqVICRkREAYPXq1QCAkSNHYsuWLQgODkZycjL09PSQP39+ZYZOlGWePXuW7iyvlpaW0NLSgqenJyZPnoyFCxdiwIABAIAbN25g2bJlKFKkCIoVKwbgS9t+JhU5q2bNmujVqxf69esnlcXFxSE4OBjNmjWT2mMvWLAAAwYMQGxsLDZv3owOHTqgV69e6NWrF4AvFy3cd6olKioKiYmJ0n5JGTwhJfk3NjZG6dKl8fHjRwCQBhgpXrw47OzsuD9VnLa2NmJjY/H8+XNUqlQpzWALDg4OqF27NgIDAxVmVu/Vq5e0z3M73sagPEcmk+H06dM4c+YM+vXrh4EDBwIAihUrhsGDB6NVq1ZYs2YNPD09AQCFChWCtbU1kwrKU4oXLy49cdiwYYPUidfY2BgymQxjx46Fq6urlFR8/vwZixcvhoGBAWxsbKTt8G53zhsxYgR69uwJAIiPjwfwv/NUly5d0K5dOyxdulQ6t338+BE7d+7ExYsXFbaTclFKyiVSzU9QsmRJlC5dGrNmzUJYWBjU1dWlu9YpTyNMTExQsmRJhYtSY2NjmJiY5GzglGna2tqwsLDAwYMH8eHDB6lcCAG5XI6kpCQkJSWhUqVKUFNTg7q6unR8mJmZKSvsLMVvDMpzEhMTsW7dOvTq1QuXL19WuCuQklz88ccfmDlzJtatW6fESImyR8qFCvBlBKFZs2ahZs2aiIuLQ8mSJTF06FCYm5vjyZMn2Lx5M3x8fNCqVSu8fv0aW7duhUwmU/jcUM5Iufjo3LkztLW1MX36dLi7u+PTp08AvszO/OjRI9StWxd9+vQBAMTGxmLw4MHQ0dHBH3/8oczw6f+JryY6S50gGBgY4I8//sC9e/cwbdo0hIaGSgmghoYG3r9/j+vXr+O3337L0Zgp41Lv35Rzbcq/hQoVgpubG3bu3In169dLTyFSRnv69OkTnj59qtBUKq/MX5FCJr7+BBDlAf/88w/mzp2LjRs34ujRo6hfv770yBn40kxk27ZtcHZ2hp2dnZKjJcoeixcvhpmZGcqUKQMXFxdoaGjg4sWL0NXVxY4dO3Dw4EGcPHkSFSpUQMGCBbF9+3ZoamoqfFYo56QeUjYqKgp79+5Fnz59MHPmTIwZMwZxcXGYMWMGDh48CEtLS9ja2uL58+eIjo7G9evXue9UzPz58wEALi4uMDIyUhi+vFu3bjhx4gQqVaoEDw8PaGlpISoqCkOHDoWtrS0OHTqkrLApg1auXImYmBh069ZNGh4Y+PL0d9y4cVi+fDl69+6Ntm3bomLFinj48CFGjRoFGxsb/PXXX0qMPHsxsaBcLeXwlclkSExMRGJiIvT09AB86ew4YMAAHDt2DP7+/qhSpYrCly47pFJek/rCdPPmzXBzc4O/vz/Kli2Le/fuoUuXLtDR0ZGSi7i4OERERMDIyAg6OjqQyWT8XCiJSDWx1tixY3H79m2cPHkSq1evxpAhQzBt2jRMmTIFkZGRuHTpErZv3w4jIyNYW1vDzc0NGhoa3Hcq5M6dO3B0dISRkRGcnJwghMCMGTNgbm4uddKdNGkSfH198ezZM2hpaaF06dIoU6YMNm3aBCDtZJakOoKCglC9enXUq1cPt27dgqurKxwcHNC0aVMAXz7PCxYswLx58xAWFgZdXV2ULFkSFSpUyPP7l4kF5WopX8ZHjhzBhg0b8OLFC1StWhWtW7dGy5YtERUVhd69e+P48eM4ffo0KleuzDt6lOedPn0aAQEBKFiwoNSHAvhysdOlSxfo6enhwoUL0NXVVVhPpDOzM2W/1O/7xYsXMW7cOCxYsAA1atQAAKxatQpDhw7FtGnTMGbMGOnmSWo8r6mWxMRETJo0CSVLlkTRokWxceNGBAQEwMnJCXXq1EG3bt0AfBn96+LFi9DR0YG5ubnURCavXnTmFW/fvkWzZs0wc+ZMmJqawsvLC4cOHYKTkxPatGmDpk2bQl1dHS9evEBoaCjCw8Nha2uL4sWLA8jj+zfnRrYl+nkp47F//vxZKjt06JDQ0tISI0aMENOnTxeVK1cWNWvWFEuWLBFCCBEWFia6desmZDIZJxiiPEcul0uTbAkhxJs3b4RMJhMymUzMnDkzTf2goCBRrlw5UaRIEYXPESmfl5eX6Nq1q/jzzz+FEELEx8dLy1auXClkMpmYNWuW+Pjxo7JCpHSknqvgzZs30v/Hjx8v6tWrJ/1+9epV0adPHyGTyYSzs7Pw9PT8z+2R8qXeH6nPmevWrRMVKlQQoaGhIjo6Wnz8+FHUrFlTGBsbi8qVK4uTJ0+KFy9efHd7eVEeTZcor1JTU8ObN29QsWJFvH79GgCwcOFCTJ48GUuXLsWUKVNw5MgRVKhQAXv27MGpU6dgbGyMBQsWoFevXune6SPKzT59+iTdqT5+/DgKFy6My5cvQ19fH/7+/nj+/LlCfQcHB2zevBl16tRhsxklE181GDh37hz8/PwQFBSExMREaGlpITExEQAwePBgrFy5EpMnT4afn58ywqV0iK+asM2aNQuxsbEAgJkzZyIiIgKzZ88GAFhbW8PX1xedOnWCpqYm1qxZAz09PVy5ckVhm3xqqDpS79/+/fvD1dVVGtiiXr16sLCwwJUrV6Cvrw91dXU8evQIPXr0QIkSJTB8+HBUrFgRgYGBCtvM8/tXyYkNUaa9fv1aFCtWTLi4uIjY2FhRs2ZNMX36dCHE/55ofPr0SZQrV06MHDlSWi/1XV2ivODChQuidOnS4unTp8LV1VUULlxYumMaEBAgNDU1hbOzs8Jd1K/xc6EcV65ckf4/a9YssW/fPiGXy8X48eOFlZWVmDJlioiIiBBCKM7OvH//fs6CriJS33keNWqU0NHREXfu3BFCfPlcJScnC3d3dzF69Gjx9OlTYWZmJj2NiouLE8HBwdKTdVI9qffv6NGjhaGhobhx44ZCHWdnZ9G4cWPx999/i4IFC4o///xTOqf6+/uLjRs35mjMqoCJBam8rx8bJiUliXnz5omyZcuKXbt2id9//1307NlTCPElsUhJLkaOHCkaNmwoEhIScjxmopxw5swZ0a5dO1GoUCFhYmIiXr9+LYQQ0jF/7tw5oampKXr16iXevn2rzFApldevXwsNDQ3Rr18/MXr0aJEvXz5x9+5dIcSX892wYcNE5cqVxZw5c0RkZKQQQqQ5jzG5UB2jRo0SxsbG4vbt22mW3b59W2hqagqZTCb69esn4uLi0t1GyvcWqZ6RI0eK/PnzKzSlTkkeQkJCRIUKFYRMJhM9evQQsbGx6TZ1+pX2LxMLUmkpH8bQ0FCF8vDwcFG2bFnh4uIiAgMDhYaGhpg3b55CnU6dOolevXr9Uh9o+vW4uroKmUwmSpUqJe7duyeE+PK5SbnwPHfunNDV1RWtW7dm23wVcvbsWaGlpSXy5csnHj9+LIT4X/vt5ORkMXToUFGlShUxd+5c6ckFqZ4lS5YImUwmXr58KZUlJSWJBg0aiPv37wshhJg0aZKoXr26lPhT7uHp6SlkMpm4evWqVJacnCw6deokzp49K2JjY0W3bt1E+fLlFdbL6/0ovod9LEilqamp4fnz5yhZsiTatGmDDx8+IDY2FkZGRtiwYQN27NiBK1euYPv27ZgwYQK6du0KV1dXDBw4EEeOHMHo0aPz7sgL9EsS/98uPzk5GcnJyWjUqBG2bduGcuXKoUePHrhy5QrU1NQgvtw4Qt26dXHkyBFERETA1NRUydFTCiEEkpOTkZiYiCVLlgD4MmtvQkIC1NTUsGzZMtSoUQMrVqzAwYMHlRwtpefz58/Q19eHTCaDt7c3gC+j/dSqVQtxcXGwtrYGAFSuXBnBwcEICQkBoDiBJamelHNsYmIi3rx5AwcHB/j6+krLK1WqhMjISFSsWBG6uroYPXo0nj17hv3790t18nw/iu/gcLOk8p4+fYqqVasiIiICjRs3RosWLdCwYUOULVsWo0ePRkBAANatW4fo6GgsWLAAUVFRMDExwbRp01CuXDllh0+UZVIPUfjp0yfo6OhIY+KfOnUKK1euxN9//421a9eiSpUqAAAvLy9079493W1QzknvfX/37h3u3buHdu3aoVOnTti4cWOa9VatWoUBAwZwKFkV8fnzZwwZMgQbNmyATCZDfHw8duzYgQEDBmDChAk4ffo0DA0NsWvXLhgZGUnrtWzZEm/evMHNmzf5+VNhiYmJmDJlCkaOHAkLCwvExsZiwYIFOH78OKpXr46zZ8/C2toaW7ZsgYmJCeRyORITE9G7d28kJCRgw4YNCvv9V8QhQUglpXwJJyUloUSJEvDw8MCrV6+gp6eHR48ewcvLC9OnT0eXLl1w5MgRHDhwAB4eHqhQoQL09fXx+fNn6OjoKPvPIMpSKRck7u7u2L9/P2QyGRo0aIClS5eiUaNGUFdXx4oVK+Ds7IwpU6Zg27ZtCAkJQdeuXaV1eVGT81InFQEBAYiMjESVKlVgaWkJS0tL7NixA3/++Sc0NDSwdu1aAMCgQYPQokULDB48GADnqVAVQgjcv38fN2/eRKVKlaCtrY2ePXtCCIGxY8dCV1cXwcHBUl25XA51dXW0bt0aT58+5edPxT18+BAnT57E+PHjAQB6enoYO3Ys5HI5vL298fnzZxw/fhwmJibSZ1JbWxuOjo54+PDhL59UAOCoUKRaUtolRkVFKZSfPXtWNGvWTBw5ckTExsaK5cuXC2NjY7F48WLRtGlTYWRkJIKCgtJshygvSN1PaO3ataJgwYJi+fLlYurUqcLQ0FC0bdtWOuYvXrwoevbsKWxtbUXTpk2lTr/8TCjf2LFjhbGxsbCwsBBGRkZi+/btIjo6WgghhK+vrzAwMBA1atQQNWvWFMWLF2cHbRUUFxcnGjRoIKZNm6ZQHhsbK7Zu3So0NTUVlqV87lLPScLPompr3ry5GDhwoEJZbGysmDZtmqhataoYO3as1Ak/vc/or75/mViQynn37p2wtrYWEydOFH///bdUPmPGDFGgQAFp6MwLFy6I3r17CycnJyGTyUSrVq04dCblaadPnxZbtmwRe/bskcouXLggzMzMRJs2baQvtISEBPH27VspIeEFqnKkvsA4d+6ccHR0FGfPnhXv3r0TQ4cOFaampmL16tXSjZRbt24JFxcXMXbsWGmf8Zymevz8/ISlpaU4e/asQnlCQoJYv3690NDQEO7u7lJ56hsDv/pFpypL2U87duwQTZs2lW5WppTHxsaKqVOnimrVqokxY8ZIgy2k/oxy/zKxIBUUFhYmPDw8hJGRkWjQoIHCON/Ozs7C2dlZhIeHCyG+DPV2+vRp4eTkJI0fTpQX3b9/X5pRe+vWrQrLAgIChLm5uWjfvn2aYUk5KpryrVixQkyZMkVMmDBBoXzUqFEif/78Ys2aNSIsLCzNekwIVdPHjx9Fly5dhIuLi3j27JnCsoSEBLFhwwahqampMI8S5R4fP34UpUuXFt27d5fKUpKHmJgY4e7uLqpXry769u3Lz2g62NiPVI6xsTGmTp2KS5cuwdTUFCtXrkT9+vXx+PFjODk5AQCuXbsGAChYsCDq16+PQ4cOsaM25Sniq3E17O3tsXv3bpibm+P06dMKy2rVqoUDBw5g//79mDZtmsIytunOeV/vu0OHDmHmzJm4e/cu4uPjpfLFixejZ8+emDp1KjZu3IioqCiF9TgzumoqUKAAWrdujevXr2PLli34559/pGWampro2bMnFixYgLCwMCVGST9CLpejQIEC2Lp1K/bt2wc3NzcAkPo36enpwc3NDdWrV4eVlRU/o+ngqFCk0kJDQxEYGIgpU6YgIiICnTp1wsmTJ1GpUiWpkyNRXrZ06VKULl0aTZo0gVwuh4+PD3r16oW+ffvC09NToe7du3dRunRpdvJVEW/evIGVlRUAoE+fPvD29oaXlxdatmwJLS0tqV6fPn3w7t07+Pn5/dLDVOYGQghpHy1atAirVq1CmzZt8Oeff6JChQpSvcTERGhqaqZZh1Rfyv7auXMnXFxc0L9/f7i7u6NAgQJSnYSEBOkzzP2riIkF5RqjRo3Co0ePcPfuXQQHB2PdunXo27evssMiylYNGjTArVu3cODAAdSrVw8AsHv3bukLb9myZWnWSUpK4p00JVu/fj3++usvuLm5oU6dOgCAjh07wt/fH1u2bEHz5s2lC0/gfyNH8SJF9aUe5WvVqlXYu3cv4uPjMWjQIPz5558Kdbk/c7fDhw/D2dkZNWvWRIcOHeDs7KywnPs3LSYWpPJSf3DPnj2LY8eOYdWqVbh69Srs7e2VHB1R1vnWHBMdOnTA+fPnsXv3btSvXx/Al+Sib9++aNeuHbZu3ZrTodJ/8PPzw5gxY1ClShX0798ftWvXBvBlX545cwZbtmxB06ZNFZ5ccI4R1ZF6eN/0Lh5T76vLly/D398fCxcuRP369VGyZElMnz5dYd9S7vXmzRtMmzYNT58+RUREBEaOHImGDRtKEyCSIiYWlCt8fWKPjIyEoaGhEiMiyj6hoaEwNTVVOO7btm2LixcvKiQXmzdvxvbt23Hq1ClekCrRtxKCU6dOYdSoUXBwcMCgQYOk5KJz587w8fHB+fPnpTJSHamTirVr1+K3335DrVq1FJ4wAWm/l169eoWbN2/ixYsX6NmzJ8zNzXM0bsqYb80Jk14CmVI3Pj4ecXFx2LBhA8zMzNC8eXPu329gYkFEpEK2bt2KsWPH4vz587C3t1f4snNycsL9+/exZcsWqVlUCt7tVr6TJ0/C2tpa4UnqiRMnMHr0aJQqVQpjxoxBtWrVAACTJ0/GtGnT2GRNxaT+HLVv3x6PHj3CvHnzUK9ePWmW+/9aj1RX6qRi7969ePv2LUqWLImKFSuiYMGC6e5HNnfKHCYWREQq5N9//0WzZs0QGxuLffv2wd7eXvqy8/f3R+PGjaGtrY2LFy+iYsWKyg6X8OXC48GDB6hcuTL69OmDkSNHonjx4tLykydPomXLlujUqRNcXFzQsGFDaRn7w6imAQMGIDAwEIcPH4a1tTVkMhmSkpIAfBmtizOh5z5fJ42PHz+GXC5HwYIFkS9fPnh6esLW1pZJ4k/iO0dEpCRyuTxNWf78+XHq1CkYGBigTZs2ePTokfQlp6WlhfHjx2P06NFwcHDI6XAplZR7cil3M8uUKYM1a9bg8OHD8PT0xNOnT6W6jRs3RunSpeHr64vAwECF7TCpUD2hoaF48OAB3NzcUKRIEdy9exdbt25Fy5YtMWTIELx7945JRS6Uch4dOnQonj17hqNHj+LBgwewtbXFyZMn0aNHDzx79gxqamrpnpspY5hYEBEpQeq7Yr6+vli0aBG2bt2KwMBAGBkZwd/fH8bGxnBycoKvry9u376NRYsWISYmBrNmzZLumlLOk8vlUtOIz58/S/vB2dkZHh4e2L9/P5YvXy4lF+Hh4ahduza2bduGCRMmKC1u+m9CCCQlJSE+Ph63bt3CtGnT4ObmBi8vL+TPnx83b97EzJkzIZfL08xXQqolMjISkyZNQmJiolT27NkzPH78GJ6enrC2tsayZcvg6+uLcePGITo6Gv3798erV6+kEdoo83irhIhICVKSirFjx2Lr1q2wt7fHP//8A21tbbi4uGD8+PG4dOkSWrZsiT59+kBPTw+Wlpbw8fGRtsG7pjkvdUK4ePFinDp1CklJSShcuDCWL18OZ2dnqKurw93dHa9fv0bZsmVx7do1xMTEwNPTEzKZjM1oVMjX+0Imk8Hc3BydOnXC4cOH8fz5c0yZMgV16tRBqVKl4OLiAm1tbTaVyQVu3LiBp0+fKnS6L168OKZOnYpy5cpJN3R27tyJZs2a4f3791i7di2aNm2Ks2fPwtLSUonR517sY0FEpCQHDx5E//79sX//ftSqVQsvXryAl5cX1q1bh9GjR2PUqFEAgCtXrkBNTQ0VK1aEuro62+WrgIkTJ2LdunUYNWoUPn78CH9/f0RHR+PkyZMoXrw4Dh48iF27duHly5coXLgwdu3aBU1NTXYEVSGpk4rdu3cjLi4OGhoa0lwUwcHB0NPTg7GxMQAgLCwM9evXR6dOnTBx4kRlhU0/YOvWrejQoQP09fWlsmHDhiE+Ph7r1q0DAMydOxd37tzB77//jgEDBigr1FyPiQURkZIsWLAA+/fvV2h3/+7dOyxcuBC3bt3Czp07UbBgQYV1eLdb+Z4/f44WLVpg4cKFaNWqFQDg/fv36NatG16/fo0nT55AJpMhNjYW6urq0NLSkjr/MiFUDamfPHXs2BH379+HpqYmkpKSpMQwxd9//4179+5h4sSJsLa2xuHDh5UVNv2AO3fuwNHREQMHDsTixYuho6MDAOjbty/u3LmDw4cPQ01NDW3atEHfvn3h4uICgKNB/Sg+yyMiygGpOwOm/N/c3BxhYWF4/vy5tMzS0hJNmjRBQEAAPn78mGY7TCqULzw8HCEhIbCzswMAaWSZdevWQS6XY/369QAAbW1taGtrQyaTQQjBpEKFpCQVgwYNwoMHD3Dq1CkEBQWhcePGOHToEBo3biyNAnX37l0sXrwYtWvXlpIKdu5VXan7nsXHx8PBwQGHDx/Gtm3bMHr0aMTFxQEAmjdvDjU1NTg6OqJKlSrIly8fk4oswLMcEVE2S313dP/+/ShYsCAqV66MUqVKIS4uDt7e3hg4cCDMzMwAANbW1ihVqpQyQ6b/l3rfhYeHw9jYGA4ODrCwsMCuXbswffp0abm5uTl0dXUREREBAGna7pNquX//Pv79919s3boVhQoVwpIlS7Bjxw4sWrQICxYsQNu2bXHw4EG0bNkSJUqUwG+//QaAc1aostRPdGfPng0LCwu0b98eLVq0wN69e9G2bVvI5XKsXr0a7du3h4mJCR4/fgw1NTWp+RP3789hYkFElI2EENKX1Lhx4+Dl5YVp06bB3t4eVatWxZgxYzB58mRERkaiXr16sLW1xejRo2FgYIDSpUsrOfpfW+oLjCVLluDjx4/o1KkTypUrh1atWuHcuXPYuHEj+vTpA+DLcMD6+vrQ1dVVZtj0DV83IyxTpgw6duyI0qVLY+/evVi6dCm8vLzQtGlTPHv2DKtXr0aFChUQFBQkJRWpP8+kWoQQ0v5t27YtHj9+jHnz5klPl5o1a4a9e/eiQ4cOAIBVq1ahQYMGaNCggbQNJhU/j30siIhywMqVKzFjxgwcOnQIDg4O0NbWlpatXbsWW7duxZ07d1C0aFEYGRnhzJkz0NTU5BedCnBzc8PmzZvh6emJWrVqoUiRInjz5g3Gjx+Phw8fomjRoqhevToOHTqE0NBQ3Lp1i82eVEzqpGLNmjUoU6YM6tSpIy0fNWoU4uLisGLFCmhoaGDu3LkICQmBnp4eZs+erayw6QeMGTMGx48fx8mTJ2FhYQEAiIuLQ3x8PIyNjXH48GF07NgRbdq0wdatW6GlpaXkiPMWnvmIiHJAYGAgunbtiipVqkhlKZ15BwwYgI4dOyIkJASJiYkoV64c1NTU2NlXBRw9ehR79uzB4cOHUa1aNQBf7mpaWVlhwYIF+Ouvv+Dt7Y2TJ0/C1tYWp06d4szMKubrO9mvX7+Gs7MzKlWqBD09PQDA06dPER4eDg0NDbx58wZ//fUXBg0ahB49ekjbYHM21ZecnIxnz56hY8eOsLCwwJUrVxAYGIiNGzdCV1cXy5cvR8uWLeHl5QU/Pz8mFdmATyyIiLKREALx8fGoVKkS2rZtK02ulfIUIj4+Ho8ePULJkiUVmtDwSYVqWLduHVavXo0zZ85Iw46md5GZkJAgXaQwIVQNX3+GRo4ciaNHj8Lf3x+WlpZQV1eX9uWZM2fQvn17GBkZISkpCeXLl+foTyrq689fShIvl8uRmJiI3r17IywsDFZWVrh37x4KFy6M3377Dbdv30Z4eDhOnDghJZTpbY9+Dr+1iIiykUwmg46ODho1agQfHx88e/ZMYVbXFy9eYM2aNXjz5o3CekwqlCtl/3z48AEJCQlSUpGUlCSN8uTn54ebN28CgJRUcPQn5YuJicHr168VPkORkZG4f/8+3NzcYGVlleZCsm7dujhz5gz69++PadOmcfQnFZay786dO4fQ0FDpaZSamhq0tbXRs2dPFC5cGDdu3MDw4cMxb948zJw5EzVr1oSVlZVCUpF6e5Q1+M1FRJQDWrduDQsLC4wdOxbPnz+HTCZDaGgo3Nzc8ODBA2noUlINKRcb7dq1w9OnT+Hh4QEAUtIQGRmJ9evXIygoKN31SDmSk5PRt29frF27VqFcCIGXL18iNDQUwP8Sd5lMhk+fPuHBgwcoX748JkyYIHXG51ND1bV8+XLUr18fVapUwcaNG3HhwgVpWdOmTbFs2TIEBASgS5cuKFasGD59+oQ9e/bA2tpaiVH/GtgUiogoh3h5eWHbtm24fPkyihcvjvj4eGhqauLq1avsqK2CUppILF68GBMnTsSgQYPw559/Ii4uDrNnz0ZwcDCuX7/OJxQq5tq1a1Jfpo8fP8LMzAwRERFo06YN8ufPj40bN8LIyEiqf+nSJSxduhTz58+Hra2tkqKmzDh48CCOHj2KokWL4unTpzh9+jRatGiBdu3aKYzy9PfffyMgIADz5s2Dra0t/vrrLwBs/pSdmFgQEf2k9BKC1GWp///y5UtcvHgRb968gYWFBXr06AF1dXW2y1dhEREROHr0KFxdXQEA+fLlg7W1NY4cOQJNTU121FYRX18sLly4EBs3bsThw4dhZ2eHM2fOoGnTpujbty/GjBkDCwsLBAcHo3379qhatao0sSGpvvv376Nt27ZYvXo1GjZsiIsXL2LVqlV4+fIl8ufPjwkTJqBEiRKIj4/HlClTYG5ujnnz5gHgk6jsxsSCiOgnpP6Sev78OaKjo2FnZwddXV2Fi83v3SHjhalyfO8CI71loaGhePv2LTQ1NVGyZEmO3KViUu+zO3fu4M6dO9i+fTvi4+OxYcMGFC9eHEePHkXXrl1hY2ODmJgYaGlpoUSJEjh48CAA3snOTRYuXAhfX1/s2LEDtra2CAoKQvXq1VGoUCEYGBhAT08PvXv3hpOTEwoVKgSASUVOYGJBRPSDUl+ETJkyBfv370dUVBTy5cuHTp06oW/fvihcuLCSo6T0pL7A+Ouvv/Dy5UsYGBigXLlyqFq16nfrf6+MlCP1vmjUqBHy5cuHLVu24Ny5c/D09ERCQgI2bdqE4sWL48mTJ7h16xY+fPgAKysrtG3bNs02SPXdvn0bo0aNwubNm6GjowMHBwf88ccfWL9+PU6cOIGDBw8iIiICO3bsAMCkMacwsSAi+knz58/H4sWLsW3bNjRp0gRt2rTBtWvX8Ndff6FSpUrKDo++w83NDd7e3qhUqRIiIiIQEhICNzc39O7dW9mh0Q94+/Ythg0bhvnz56N48eIAviSOnp6eiI+Px+bNm6Xy1JhU5E7dunXD7du38enTJzg5OWH58uUwMDBIU49JRc7hp4iI6AcJIRAbG4vTp09jxowZaNKkCY4ePYozZ85g6tSpqFSpEhITE5GQkKDsUCkdu3fvhre3N/bu3YuDBw+iS5cuePXqVboXJqT6hg0bhurVqyMmJgbm5uZSeevWrTF8+HDo6emhT58+ePr0aZp1mVTkLin3xGfOnInY2Fj8/vvvWLNmDZMKFcBPEhHRT5DL5fj333/RpEkTnD59Gp06dcK8efMwYMAAfP78GRs3bsSjR4+UHSal49GjR6hXrx6qV6+Offv2wc3NDcuWLUOnTp0QExODBw8eKDtEyiC5XI6mTZvCwMAAT548QXJyMoAv844AX5KLoUOHIjIyEnv27FFmqJQFUhKFAgUKoFSpUtDT04O2tjaA/yUdX9elnMEeZ0REGfR1cwmZTAYDAwOYmpqibdu2ePbsGTw9PdGrVy8AXzr77tq1C/r6+nBwcFBW2PSVlP2opqaGYsWK4eTJk3BxccHChQsxYMAACCFw8OBBBAcHo0iRInyCoYK+HvBATU0NTk5O0NHRQZcuXdC3b1/s27cPGhoaUgf7Vq1awcrKChUqVFBi5JSVDA0NMXHiRDRq1AgdOnRAq1atmEgoGZ9YEBFlQOqk4unTpwgODpbuik6aNAnx8fEoU6aMlFRERUWhb9++EEKgW7duSoub0s6enLIfixUrhpkzZ6J58+ZYsWIFBgwYAODLzM1btmxBSEgIkwoVlDqp2LNnD+bPn48DBw7g8ePHaNSoEby9vXH27Fl07twZwJdJDRMTEwFASirYvTTvqFKlCsqWLZtuEzfKeey8TUSUCePHj4evry9CQkIwYMAAdOvWDeXLl8fKlSsxb948GBoawtraGhEREYiLi5Mmv+OQssqRun31gQMHEBsbi8KFC6NevXoAgIkTJ2LhwoXYvXs37O3tIZfLMXr0aHz69AlXrlzhULIqJvX+TJkVvUCBAlBXV8fbt2+xYcMG1KpVCydPnkT37t1Rv3597N69W8lRU3Z7/fo1ihQpouwwCGwKRUSUYYcPH8bevXuxbNkyPHz4ENu2bcPLly8xfvx4DBkyBPXr18fatWuhr6+PwoULY8CAAQpNMSjnpVyEjhs3Dps2bYKWlhbMzMxQq1YtrFy5EtOnT0d4eDicnZ2hq6sLa2tr5MuXD5cvX4aGhgYTQhWTsj+nT5+OJ0+e4NixY7CyssLgwYNx584daV81btwYXl5eaNq0KerWrYshQ4YoM2zKZilJBTtqKx+fWBARfcPXfSpOnjyJgIAAeHh4AACOHTsGDw8PFC5cGKNHj0bNmjXTbIMXpsqRsu+EEHj//j2cnZ2xaNEiGBsbY8+ePdi+fTsqVKiATZs2AQCuXLmChIQEGBgYoHz58pz8TsV17doVjo6OGDduHObNm4d58+Zh165daNKkCUJCQpCUlAQrKyvcu3cPZcuWVXa4RL8MnjGJiL4hJalYuXIlgoKC8O7dO5QvX15a3qxZMwCAh4cHPD09ERMTg8aNGytsg0lFzkudEH769AkRERHQ0NCAlZUVjI2N0b9/f+jo6GDdunVwdnbG1q1bUa1atTTbYFKhelLuhWpoaKB48eJYsWIF5s6di927d6NJkyb4/Pkzdu/eDWNjY/z5559SUsF5KohyBs+aRERfSX0RMn36dMyfPx9NmjTB5cuXERQUhJo1a6JFixYAviQXampqGDx4MEqUKJEmsaCcl7LvpkyZAi8vL5iZmSE6OhrGxsYAAAMDAzg7OwMANm3ahD/++AMHDx5MdxukXF8/8Utp5mJhYYGOHTvCyMgIvr6++P333wEAwcHB2LZtG/r27Ztm1Cgiyn5MLIiIvpJyEXLz5k18/vwZx48fR61atXDx4kXMmzcPixcvhkwmQ/PmzQEATZo0kWZvJuVJnRDu2rUL69evx4wZM3D//n14eXnByckJfn5+AAB9fX04OztL81XwjrbqkcvlUnKwY8cO6OnpwdLSEjVq1MCCBQvw+vVrnD59GgYGBrh//z7i4+PRo0cPlCpVCoMGDVJy9ES/JvaxICJKx5EjR9CnTx8YGBjg2LFjsLOzAwCcO3cOixcvRnR0NMaOHSs1h0rBPhXK5+Pjg5iYGKipqaFnz574/Pkzjhw5grFjx6Js2bIKTyc+f/4MbW1tyGQyJhcqqk2bNrhx4wbi4+NRrFgxtG7dGhMnTkRISAicnZ1x8+ZNAICNjQ1KlCiBnTt3AmDzJyJl4BMLIqJ0mJqaomnTpti9ezeuX78uJRa///47ZDIZli5dCjc3NxgbG6N69erSekwqlOvt27fo378/IiIisHDhQgCAjo4OWrRoAZlMhrFjx6Jt27Y4cOCAtAz40nafF6GqIXVCcPPmTcTGxuL27dt48+YNfHx8sH37diQlJWHq1Kk4fvw4zpw5Aw0NDRgYGEjzVDCpIFIOJhZE9MtL7yKkevXq0NPTQ0JCAiZPngwtLS20bdsWAFC3bl3Ex8fD398fVapUUUbI9P++Hl7SwsIChw8fxqBBg7B//34MGzYMmpqaCsnFn3/+KY0mlIJDVKqG1E/8IiIi8O+//6JgwYIwNjZG/vz5YWZmBg0NDezcuRPJycnw8PBA/fr1FbbBJJFIedgUioh+aamTir/++guhoaGIjo5Gz549YWhoiAcPHmD+/Pm4evUqZs+ejTZt2qTZBps/KcfXCWFiYiI0NTUBAIGBgejYsSNKly6N48ePS4nD58+fcfXqVdSqVYv7TIX16NED165dg76+PszMzHDs2DFp2bt377B+/Xrs2rULzZs3x6JFi5QYKRGlxpSeiH5pKRemrq6uGDBgAJYtW4ZZs2ahQoUKOHjwIEqXLo0xY8agevXqmDJlitR+OzVeoOa81EnF0qVL0bNnT9SqVQsrVqzA3bt3UaNGDfj4+OD+/fsK/WB0dHRQt25dqKurIzk5WVnh01dS74uJEyfi1q1bGDlyJCpWrIjTp09jzJgx0nJLS0v069cPzZs3lxJJIlINfGJBRL+8nTt3YsSIETh16hRsbGygr6+Pjh074s6dO9i4cSPq1auH69evY9asWdDT04OXl5eyQ6b/N378eGzYsAG9e/fG+/fvcfHiRZQtWxajR49G3bp1ERgYiK5duyJ//vy4ceOGssOl/7Br1y68ffsWVatWRZ06dRAeHg4vLy9MnToVvXv3xoIFC6S64eHh0hDCnHGZSDUwsSCiX978+fNx7NgxqclMysRojRs3RlhYGK5fvw4AePr0Kezs7Nh+W0XcvHkTnTp1wpYtW1C7dm0AX2ZDX758OQwMDLBs2TIULFgQ586dw7Jly7Bv3z7uOxV29epVaSAEPz8/aTjn8PBweHt7Y9q0aXBxccH8+fMV1mNSQaQ6eIYlol+KXC5PU/bp0ycEBwdDU1MTGhoaiIuLAwDMnj0bf//9N+7cuQMAKFGiBNTU1NLdBuU8NTU1REVFKcyQ3axZMwwePBgnTpzA8+fPIZPJUK9ePRw4cID7TgV8fS8zdROoChUqYO/evcifPz/27dsnlRsbG6Nbt26YNm0aFi5ciF27dilsg0kFkepgYkFEv4zU7fJ9fX0RGBgIAOjTpw/Cw8Ph6uoKANDV1QUAxMXFwdTUFAYGBgrb4V3vnJc6Ifi6b0RISAiAL523AcDJyQkWFha4dOlSmu1w3ylXShJw7tw5hIaGKvRP0tTURKtWrbBy5Up4e3tj+PDh0jJjY2N06dIFJ0+eRJcuXXI8biLKGJ5hieiXkHoISjc3N7i5ueHUqVMIDw+HtbU1Jk6ciEOHDmHQoEF4+/Yt7t27h4ULF6Jw4cKwtbVVbvC/uNQJ4ZIlS+Dh4YGoqCg4OjqidevW6Nu3L4KCgqSOvKGhodDQ0EChQoWUGTZ9w/Lly1G/fn1UqVIFGzduxIULF6Rlmpqa+OOPP7B582asX78eI0eOlJaZmpqiYcOGANJ/8khEysd5LIjol5Byp3Tp0qXYtGkTjhw5AgcHB2mCtO7duyNfvnxwd3fHrl27UKBAAZiZmeHcuXNSExre7VaO1Amhl5cXXF1dER4ejnz58mHx4sUIDQ1FrVq14OrqCn19fZw+fRpqamro3LmzkiOn9BQpUgT9+/dH0aJFERgYiFmzZqFFixZo37496tevD21tbXTs2BEA4OLigtDQUGzbtk1hG/wsEqkmdt4mol/G58+f0aNHD1SqVAnjx4+XkoXU81DEx8fj0qVLMDIygqOjI9TU1JCUlKTQjp9y3qFDh9C/f3/4+vqiWrVqaZa7u7vj7NmzSExMRNGiRbFlyxZoampyjhEVdP/+fbRt2xarV69Gw4YNcfHiRaxatQovX76EqakpJk6ciOLFi8Pc3BxbtmxBQEAANmzYoOywiSgDmFgQ0S8jISEBVatWRZMmTaSRZVJGlImLi8OLFy9QpkwZhXV4Yaoali9fjr/++gsnTpyAXC6X5qFIvW+ioqKgra0NTU1NyGQyJoQqbOHChfD19cWOHTtga2uLoKAgVK9eHYUKFYKBgQH09PTQuXNnDB48GFpaWgA4+hNRbsBniUSUJ6XXBjsxMRE2NjZ4/PgxwsLCFC5UXr16hdmzZ+Pp06cK6zCpUA3h4eF48uQJEhMToa6uLiUXSUlJOH78OKKjo5EvXz5oaWlBJpNBCMGkQoU1atRI6hMTEhKCxo0b488//8Tz58+xYMECVKpUCdevX5eSCoCjPxHlBkwsiCjPSd0f4t69e3j58iX+/fdf6Ovrw9XVFUePHsXUqVPx9u1byOVyhIaGws3NDaGhobCzs1Ny9L+2b3XKrVy5MrS1tbF+/XpERERI+zcuLg6zZ89WGJ4U4EWoqnN0dISlpSVatGgBBwcHODk5YcmSJQCAJk2aYMWKFdixYweAtEPUEpHqYlMoIsqzJk6ciC1btkBXVxdmZmbYsGEDypYti0OHDqFr164oU6YM4uPjoaOjg7i4OFy/fh2amprsqK0kqd93Hx8fhIaGwtTUVOrI6+zsjDt37qB169bo3LkzoqOjMW3aNHz8+BGBgYF8QpFLpDwpfPHiBRo0aIAqVapgx44d0NbW/mZdIsodmFgQUZ6R+sL03Llz6N69OzZv3ozg4GAcPHgQp06dQkBAABwcHHDv3j0EBATgzZs3KFKkCHr37g0NDQ22y1eS1BeQEyZMwIoVK/Dbb7/h5s2bcHZ2xtq1a6GlpQVXV1dcuHAB169fh4ODA4yMjHDq1Cl21M6FIiMj0blzZ5ibm2Pr1q0AmEgQ5XZMLIgoz1m7di1iY2Mhk8mkcfBfvHgBV1dXKbkoX758micTvDBVjq/7uvTo0QOenp4oVqwY7ty5gxYtWqB58+bYunUrdHV1ERUVhdu3b8PMzAwlS5bkyF252IULF9CoUSPs3bsXrVq1UnY4RPST+KyfiHK12rVrS3c7AeDt27fYsmULXF1dERYWBuDLhWuxYsWwePFiNG7cGPXq1cOtW7fSNHdiUpGzgoKCFJKKOXPmYPjw4bCysoK9vT2MjIxQp04dnDp1CkePHkWvXr3w6dMn5MuXD3Xq1IG9vb00xwiTitypSpUqKFu2bJpBE4god+ITCyLKtRITE7Fnzx506NBBap8thMDFixcxa9Ys3L59G9euXYOVlZV0Afvq1Ss4OztDW1sbJ06cUPJf8OsaMGAA3rx5Az8/P6nMy8sLvXv3ho2NDQICAmBubi49Vbpy5QqaNWuG6tWrw9vbGyYmJkqMnrLS69evUaRIEWWHQURZgIkFEeUJs2bNQmJiIqZNmwYAuHLlCtzc3PDu3TucPn1aIbl49+4dChYsyA7aSpaYmAhNTU38888/sLS0hIaGBv766y906NABQ4cOxbx586CpqSnttwsXLmD69Ok4fvw4910exP4VRLkfz8xElOslJydDTU0N06dPx8KFCwEA1apVw7x582BlZYWGDRvi7du30kWLpaWl1ISGcl5ycjIAQFNTE1u2bEHZsmVx6dIlJCcno3Xr1tixYweWL1+OiRMnIjExUZqXok6dOjh58iT3XR7FpIIo9+MTCyLKE+Lj47Fu3TqMGDECc+fOhZubGwDg8uXLmDJlCq5evYpnz57BzMxMyZHS16pWrYrw8HBs3LgRNWvWhLq6Ovbs2YMePXpg5MiRmDFjhsJEaUREpJrY242IcrWUNvja2toYNmwYEhISMHbsWACAm5sbqlevjilTpmDv3r0wNTVVcrSUWkpTqKtXr6JmzZpwdnbG1q1bUbNmTXTq1AkymQydO3dGkSJFMGTIEGWHS0RE/4FPLIgoV0tpl33mzBkULVoUtra2WLZsGVxdXTF37lyMGTNGoT6HlFUdX7epr1mzJkJCQqTkQl1dHadPn0bdunU56hMRUS7APhZElCt8fQ9ECAG5XA6ZTIYDBw6gefPmuHnzJgBg4MCBWLp0Kdzc3LBjxw6F9ZhUqIaUpMLHxwceHh4AgEuXLsHS0hK9e/fG2bNnIZfL0aBBA2niQiIiUm1MLIhI5aUkEADw+fNnKalQU1ODn58fevbsiWXLlqFdu3YAAG1tbfTt2xe7d+9Gly5dlBn6L+9bnaxlMhn27duHnj17In/+/FLiePHiRchkMqxZs0Zh5Cc+sSAiUn1sCkVEKi317NhLlixBYGAgPnz4gMqVK8PV1RW3b99GaGgounfv/s1tcFZm5Uj9vj948ABGRkbQ19eHsbExHjx4gBYtWmDcuHEYNGhQmvpsskZElPswsSCiXGH8+PHYuHEjZs6cibi4OKxZswbGxsYICAhg0qBiZs+ejXr16qFmzZoAvuw7Hx8fREdHo1mzZujfvz+qVKmCoKAgVKlSRWHd1AkFkwsiotyFTaGISGWl3Pe4c+cOjhw5Al9fXwwYMADFixdHcHAwevXqpZBU8D6J8l25cgU+Pj6YO3cu7ty5g/Pnz8Pb2xurV6/GhAkTEBYWhrFjx+LixYtSUpF6v6VOJJhUEBHlLnxiQUQqZeTIkWjQoAFat24tlV24cAE9evTAq1ev4Ovrix49emDBggUYOHAgYmNjceDAAbRp0wb6+vpKjJxSHDhwAKtXr4ahoSGKFCmCIkWKYOTIkQCA8+fPY/ny5Xjz5g2mT5+Oxo0bKzdYIiLKMnxiQUQq49GjR3jy5AkmT56MEydOSOWGhoawt7fH6tWr0bNnTyxcuBADBw4EANy+fRvHjx/Hy5cvlRU2/b+UkZvatm2Lvn37IiYmBtu3b0d0dLRUp27duhg2bBisra3h4eGBQ4cOKStcIiLKYkwsiEhl2NvbY/LkyShfvjxcXV1x/PhxqfzTp08YMmQIJk2ahAEDBgD4MkLUzJkzER0djdKlSysz9F+eEEKhWVqnTp3Qr18/2NnZYdeuXbh27Zq0rG7duhg+fDi0tbVx+PBhZYRLRETZgE2hiEjp+vTpg0+fPuHgwYMAvgw5umrVKty5cwfz5s1DixYt8OHDB1SvXh0WFhZo164d9PX1sXfvXnz48AG3bt2ChoaGwghSlHNST3S3efNm3L9/HwsXLgQA7N+/H6tWrYKenh7c3d1RqVIlab2goCCUK1eO+4yIKI/g2ZyIlCo+Ph5Vq1bF9evX0bt3bwBArVq1MHjwYDg4OGDcuHHw8/ODubk5Lly4gAIFCmDXrl3Ys2cPihUrhps3b0oTqPECNeelnmPk0qVL8Pf3x9q1a6XEol27dhgwYADi4uIwbdo03LhxQ1q3fPnyUFNT++ZcF0RElLvwiQURKV1cXBz27t2LKVOmoH79+ti8eTOA/z25CAoKwvz589GiRQskJycjJiYGWlpa0NHRAcB5KlSBm5sbrl69CjMzM1y9ehWJiYno378/pk2bBgDw8fHBxo0bERkZiU2bNsHe3l65ARMRUZbjNzERKU3KPAW6urooWLAgunTpgvnz5yNfvnzw9PRErVq1AACrVq3C+PHjoaamhmbNmsHQ0FDaxtdt+ylnpJ5jYu/evVi3bh2OHj2KqlWr4u3bt1i2bBl27twJNTU1TJ06FR07dkRcXBxu3ryJkiVLKjl6IiLKDmw3QERKk3JhOmbMGIwdOxb//vsvHBwcsH79+jTNohwdHeHs7IyrV68qbCOlGQ7ljD59+uDz588Kc0w8f/4cxYoVQ/Xq1aGuro4iRYpg+PDhqFmzJpYsWYIFCxYAAHr27IlFixax+RMRUR7F23xElONSd7I+deoUNm3ahL/++gu1a9dGWFgYvL29MX36dPTt2xcbNmxArVq1kJCQADs7O4XOv5Szbt68idjY2DQT19nY2ODz58+4f/8+ypYtK5X16tULPj4+WLt2LZKSkjBhwgSoq6tDCMH+MEREeRDP7ESUY/r374/nz58r3LF+9+4dDA0NpYTBxMQE3bp1w7Bhw7Bp0yaMHj0aAFC/fn24u7tDXV0dycnJSvsbfmWOjo7w8vKCpqYmNm7cKM1PUaJECcTFxWHTpk14+/atVF9fXx/NmzdHu3bt4OfnhydPngDgUyYioryKiQUR5YiPHz/i8uXLaNCgAf7++2/pjnWpUqUgl8tx/vx5qa6JiQlat24NExMTLF26FNOnT1fY1td3zCn7vXr1CmpqalBTU8OrV68wa9Ys1K5dGzExMahUqRJmzpyJ9evXY+bMmdi3bx/u37+PyZMno2DBgujWrRsuXbqEBw8eKPvPICKibMTEgohyRIECBXDo0CEUL14cNWvWxN9//w0AMDc3h52dHbZt26YwiZqenh4aNWoEPz8/TJo0SVlhE4D79++jWLFi0mhdVlZWWL9+PbS1tVG3bl1ER0eje/fu2LhxIx48eICBAweiVatW+PDhAxYtWoSSJUvCwcEBRkZGSv5LiIgoO3G4WSLKdqmHgw0KCkKvXr2QkJCAI0eOoEiRIjhx4gRGjx4NOzs71KtXDxUrVsSsWbOgq6sLX19fyGQyhVGIKGdFR0djxowZWLp0KdauXQsXFxckJSXh/PnzcHNzgxAC586dg4GBAd6+fYvY2FjExMSgfPnykMlkcHNzw969exEQEIBChQop+88hIqJswsSCiHLM1KlTce3aNfz777+4fv06ihQpgjNnzqBo0aI4c+YMtm/fDj8/PxQoUAAmJiY4c+YMNDU1OaO2CoiIiICnpyfc3d2xc+dOdO7cWSG5AIBz585BX19fWicwMBCLFi1CQEAAjh07BkdHRyVFT0REOYGJBRHliFWrVmHcuHE4duwYChUqhCdPnsDDwwOvX79GQEAAbG1tERcXh9jYWERGRsLW1hYymYyT3ylZyozmKYmdra0tXr9+jS1btqBnz55ScjFhwgS8f/8ejx49kiYuDAsLw5w5c+Di4oLSpUsr888gIqIcwMSCiLLc7t270blzZ4WyESNGIDw8HFu3bpXKHj58iG7duiEmJgb+/v6wtrZWWIdPKpTD398fgYGBmDx5skJ5x44d8eTJE9SpUwerVq3C5s2b4ezsjKSkJJw8eVKaKC91kzUhBEeBIiL6RfA2IBFlqT179mDOnDno2LGjQlIQHx+P69evK9QtVaoU/vzzT4wdOxalS5fG06dPYWFhIS1nUpHz4uPjsWfPHgQGBkJTUxPjxo0DALRv3x5PnjyBn58fLC0tYWJigj59+kAmk6Fnz55o0qQJmjdvDkBxVm4mFUREvw4mFkSUpTp16oQOHTpATU0NV69eReXKlaGmpoaOHTvi4sWLWLx4MYYNGwZNTU0AQLFixeDs7AwzMzOYmZkpOXrS1taGu7s75s+fD19fX+jo6ODixYt49uwZfH19UaRIEQDA+PHjoaamBhcXF5iZmUlJBcDhgImIflVsCkVE2eLq1auoXr06FixYAFdXV0RFRWHs2LF4+PAh6tevj1GjRiEqKgqDBg2CnZ0dli5dCgAc/UlFvHv3DrNnz4afnx8iIiJw584dFC5cWKHPS3R0NHbt2gUXFxf2gyEiIiYWRJR9Fi9ejAkTJmDWrFkYM2YMQkNDMWvWLBw/fhxPnz6FjY0NtLW1cfPmTekJBqmO9+/fY/bs2bh48SK6dOmCMWPGAEg/+WMneyIiYmJBRD8tdSfrhIQEaGlpScuWLFkCV1dXzJ8/H2PGjEF8fDyioqLg7+8PIyMjNG7cGOrq6rwwVVEhISGYNWsWrl27hrZt20p9LtixnoiIvsbEgoiyzLJly3D79m0YGhpixIgRsLGxgbq6OpYuXYrRo0dLzaK+xuZPqi0kJASzZ8/GjRs3UL9+fcycOVPZIRERkQri7SYiyhILFiyAu7s7tLS04O3tjc6dO+Pw4cNITEzEyJEjpWZR06dPT7MukwrVZmFhgYkTJ8LOzg4fPnwA70cREVF6+MSCiH7I101hRo4ciWbNmqFZs2ZISkpC06ZNERUVhYkTJ6Jly5bQ0NDAzJkzcfz4cZw/f57DkOZCoaGhMDY2hpqaGuenICKiNJhYEFGmpU4qzp8/L819MHToUJQvXx7AlxGD/vjjD0RHR2PixIlo0aIFNDU1pQtSXpjmXuxfQURE6WFPSSLKFCGEdFE5evRobNu2DXK5HOHh4bCwsEDZsmWhrq4OAwMD/PXXX2jbti1GjBgBExMT1K1bl0lFHsCkgoiI0sNvByLKsNQJwfXr13Hjxg0cOHAAAQEBaN++PU6ePIn169cjOTkZAKCvr4/9+/fjjz/+QK1ataTtMKkgIiLKe9gUiogybffu3dixYwcsLCywfv16AEBYWBiGDh2Kly9fomfPnujXr1+aTtkc/YmIiCjv4hMLIsqUuLg4nD59Gjdv3sT9+/elchMTE6xYsQJFixaFt7c3li5dCrlcrrAukwoiIqK8i4kFEWWKrq4u5syZg549e+LNmzeYMmWKtMzExAQrV66Evr4+nj59yiZPREREvxA2hSKib/q6k7UQAnK5HOrq6oiIiMCsWbNw/vx5NG/eHO7u7lK96Oho6OnpcVhSIiKiXwhHhSKidKVOCEJCQmBhYQHgS3OmK1euwNTUFBMnTkRycjKOHTsGNTU16emFgYEBAA5LSkRE9CvhNz4RpZE6qRg4cCBatWqFsLAwyGQy7N+/H02bNsWrV69gbGyMiRMnonbt2tiyZQs2bdqksB0mFURERL8OPrEgojRSkooPHz7g7du3WLRoEUxMTHDo0CF06NABq1evRuPGjSGXy5E/f364ubnBxsYGzs7OSo6ciIiIlIV9LIgoXStWrMD69etRuHBheHt7w9jYGMeOHUNwcDB69+4t1fu6uROHlCUiIvo18YkFEaWRmJgIXV1dxMXF4dGjRzA2NgYANG3aNE1H7K+bOzGpICIi+jWxATQRpZlvQlNTEx07doSHhwf+/fdfdO7cGcCXJlIps2oTERERpcamUES/uNRNmS5evIgPHz7AwsIC9vb2MDExgbe3N1xdXdGkSRNs3boVAJCUlAQNDT7wJCIiov/hlQHRLy4lqRg/fjx27doFU1NTxMbGolixYnB3d0fHjh0hhMC4cePQq1cvbN68mUkFERERpcGmUESEtWvXYuvWrfDy8sLNmzfRsWNHnD9/HuHh4dDU1ETbtm2xYMECbN26FTNnzlR2uERERKSC2BSK6BeWMl9F3759YW5ujtmzZ+PAgQNwcXHB/PnzMWDAAMTGxiIhIQG6uro4d+4cGjZsyA7aRERElAafWBD9wlLuK8TGxqJy5cq4cOECevbsKSUVSUlJ2LFjB44fPw5tbW00adIE6urq7MBNREREabChNNEv5Os5J1L+b21tje7du0Mmk2HDhg3o1q0bACAqKgq7d+9G48aNFbbDJxZERET0NTaFIvpFpE4qrl+/DiEEjIyMULJkScjlcrRr1w4BAQG4e/cudHV1ERsbiz59+iA0NBQXL15kh20iIiL6LiYWRL8YV1dX+Pj4ICwsDMWKFYOjoyO2bt2Ku3fvYsCAAbh37x4sLS1haGgIdXV1XLhwAZqampxRm4iIiL6LiQVRHpfSQRsA/Pz8MHLkSGzYsAFaWlp48OABpkyZgipVquDgwYMAAG9vbyQnJ8PU1BTNmjWDuro6560gIiKi/8TEgugXceTIEezbtw8FChTAvHnzAHyZ6O7ChQv4888/0atXr3SHkuWTCiIiIsoIjgpF9At49+4dJk2ahJ07d+Kff/6RyjU0NFC3bl106NABN2/eREJCQpp1mVQQERFRRjCxIMqDUh5EpvxraWmJjRs3okaNGrh48SL27t0r1VVXV0fRokXx7t07xMfHKyVeIiIiyv2YWBDlMXK5XOpT8enTJ8THx+Pz58+oWLEi5s2bh2LFimHdunXYsWMHAOD9+/c4ePAgbG1tYWBgoMzQiYiIKBdjHwuiPMrDwwMHDx6ETCaDhYUFli1bhuLFi+P69esYM2YMrl69it9++w3FihVDWFgYjhw5Ah0dHYXO3kREREQZxScWRHlE6nsE69evx5IlSzBgwAC0bdsW8fHxqFKlCi5cuIDKlStj0aJFqFq1KtTV1VGvXj2cPn0aOjo6iI+PZ1JBREREP4RPLIhyua+fMPj7++PAgQOoVq0aevToAQCIjo7GwIEDceTIETx69Ajm5ua4ceMGxowZA319fQwfPhxNmjRR1p9AREREeQCfWBDlcu/fv5f+f+bMGYwaNQo7d+6U+kvI5XIYGBhg8eLFsLGxwZo1ayCXy1GpUiUsWLAA8fHxmDFjBk6cOKGsP4GIiIjyACYWRLnY9evXYWNjg8OHDwMAKlasiNatW0NdXR2bN29GfHw81NTUIISAqakpjIyMEBoaKpVVrlwZM2bMgLGxMUqVKqXkv4aIiIhyMyYWRLmYsbExOnfujN69e+Pw4cMwMjLChAkTMHjwYLx+/Rpubm4AAJlMBplMhpiYGOjo6AD40oRKCIHq1atj7969sLa2VuafQkRERLkc+1gQ5XIvXrzA3Llz4ePjg+3bt6Nly5aIiorCvHnz4O3tDRMTEzg6OiIyMhJBQUF48OABNDQ0FLbBkaCIiIjoZ/GJBVEulZycDAAoVqwYxo0bh44dO+LPP//E4cOHkS9fPowfPx4uLi54//49Hj58iDZt2uDJkyfQ0NBAUlKSwraYVBAREdHPYmJBlIucPXsW27dvB/BlxuyU5MLOzg7jx49Hp06dMGDAAJw+fRoGBgYYM+b/2ru/kKb3P47jry1bum8bBVEblROaJVhJUiERQRhRUAQl6UVSK6G/9gd+CbsqMsiEZiwKqWCO0lATQmKQmHdRN8JuDEJo1cWEwgjSLVdsvwtBjudwbs73HOfW83G57x8+74sxXt/3+/vZ/+Tz+VRUVKRoNDpzH6uVrz4AAPh3MQoF5IBMJqNkMqkDBw5oYmJCFy5cUF1dnaTpzsWCBQskSSMjI7py5YrS6bQ6OjrkdDo1OTmplpYWDQ0NqaKiQrdv35bNZstmOQAAIA/x2BLIARaLRXa7Xe3t7VqxYoXu37+vrq4uSbM7F+Xl5aqurtbr1681NTUlSTIMQ36/X1VVVRodHdW3b9+yVQYAAMhjBAsgh6xZs0ZtbW2y2+16+PChnjx5Imk6XKRSqZlzSktLZ8ad0um07Ha7mpub1dXVpeXLl2dt/QAAIH8xCgXkoFgspsbGRiUSCdXX18vn80mSfvz4oUOHDskwDHV3d8+8lJ1Op3mvAgAA/KcIFkCOisViampq0vv371VWVqbKykoNDAxofHxcb968UUFBAdvIAgCAOUOwAHJYPB5Xb2+venp6tGzZMhUXF6utrW1mS9k//18FAADAf4VgAeShP+4UBQAAMBcYugZy3J+fDWQyGUIFAACYc3QsAAAAAJhGxwIAAACAaQQLAAAAAKYRLAAAAACYRrAAAAAAYBrBAgAAAIBpBAsAAAAAphEsAAAAAJhGsAAAAABgGsECAJDzjh07JovFIovFIpvNJq/Xq2vXrunXr1/ZXhoA/DYKsr0AAAD+DXv27FEoFNLU1JQikYjOnj2rhQsXyu/3Z3tpAPBboGMBAMgLixYtksvlksfj0enTp7Vr1y719/crEAhow4YNMgxDq1ev1pkzZzQxMSFJmpyclNPp1NOnT2fd69mzZzIMQ9+/f1cqldK5c+fkdrtVWFgoj8ejGzduZKNEAJjXCBYAgLxUVFSkVColq9WqYDCokZERhcNhDQ0NqampSZJkGIbq6uoUCoVmXRsKhVRTUyOHw6FgMKj+/n719PTo3bt36uzsVElJSRYqAoD5jVEoAEBeyWQyevnypV68eKHGxkZdvHhx5lhJSYmuX7+uU6dO6d69e5KkhoYGbdu2TWNjY3K73fr8+bMikYgGBwclSZ8+fVJpaam2b98ui8Uij8eTjbIAYN6jYwEAyAvPnz/X4sWLVVhYqL1796q2tlZXr17V4OCgqqurtXLlSjkcDtXX12t8fFyJREKStHXrVpWXlyscDkuSHj9+LI/Hox07dkiafjE8Go1q3bp1On/+vAYGBrJWIwDMZwQLAEBe2Llzp6LRqEZHR5VMJhUOh/Xlyxft27dPGzduVF9fn4aHh3X37l1JUiqVmrm2oaFBHR0dkqbHoHw+nywWiySpsrJSsVhMzc3NSiaTOnz4sGpqaua8PgCY7wgWAIC8YBiGvF6viouLVVAwPek7PDysdDqtW7duqaqqSmvXrlU8Hv/LtUeOHNHHjx8VDAb19u1bHT16dNZxp9Op2tpaPXjwQN3d3err69PXr1/npC4AyBW8YwEAyFter1c/f/7UnTt3tH//fr169Urt7e1/OW/p0qU6ePCgLl++rN27d2vVqlUzxwKBgNxutzZt2iSr1are3l65XC4tWbJkDisBgPmPjgUAIG9VVFQoEAjo5s2bWr9+vTo7O/92q9gTJ04olUrp+PHjsz53OBxqbW3V5s2btWXLFn348EGRSERWKz+hAPBHlkwmk8n2IgAAyLZHjx7p0qVLisfjstls2V4OAOQcRqEAAL+1RCKhsbExtbS06OTJk4QKAPiH6OMCAH5rra2tKisrk8vlkt/vz/ZyACBnMQoFAAAAwDQ6FgAAAABMI1gAAAAAMI1gAQAAAMA0ggUAAAAA0wgWAAAAAEwjWAAAAAAwjWABAAAAwDSCBQAAAADTCBYAAAAATPs/YioxYRRQtyo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602" y="778878"/>
            <a:ext cx="5912306" cy="293131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61" y="3710189"/>
            <a:ext cx="6343639" cy="314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16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892" y="3329089"/>
            <a:ext cx="7148307" cy="3528911"/>
          </a:xfrm>
          <a:prstGeom prst="rect">
            <a:avLst/>
          </a:prstGeom>
        </p:spPr>
      </p:pic>
      <p:sp>
        <p:nvSpPr>
          <p:cNvPr id="5" name="AutoShape 4" descr="data:image/png;base64,iVBORw0KGgoAAAANSUhEUgAAAxYAAAGGCAYAAADmRxfNAAAAOnRFWHRTb2Z0d2FyZQBNYXRwbG90bGliIHZlcnNpb24zLjEwLjAsIGh0dHBzOi8vbWF0cGxvdGxpYi5vcmcvlHJYcgAAAAlwSFlzAAAPYQAAD2EBqD+naQAAdBxJREFUeJzt3XdYFNf7NvB76UUBUQGJNBVF1Ihd7IWIigVjQ7F+VWzYsGGiqLF3QVHUxBbBrtgVgkYs2MDeNRqxLFhpSt3z/uHL/NyAilnMAt6f69or7pxnZp5ZJrv77JxzRiaEECAiIiIiIlKBhroTICIiIiKiwo+FBRERERERqYyFBRERERERqYyFBRERERERqYyFBRERERERqYyFBRERERERqYyFBRERERERqYyFBRERERERqYyFBRERERERqYyFBRERERERqYyFBRFRPpHJZHl6/Pnnn9I6L1++xPjx41GpUiXo6enB1NQUrq6u2L9/f47tP3z4UGk7mpqasLa2RqdOnXDp0qXP5tesWTNpXQ0NDRgZGaFSpUro3bs3wsPDc13H1tb2o8fRunVrpdiTJ0+iTZs2+O6776Cnpwdra2u0b98eISEhX5SbTCaDqakp6tSpg7Vr10KhUEhx/fr1Q7FixT65ro6ODuzs7ODl5YXY2NjP7vtLX9c3b95AT08PMpkMN2/ezHWb/fr1U9qmrq4uKlasCD8/P6Smpn42py95TbJ169YNMpkMEydOlJZlZGSgWrVqKF++PN69e5frsRsYGKBr167SsqtXr6JLly6wsbGBnp4evvvuO/zwww9YtmxZnvImom+XlroTICIqKn7//Xel5xs3bkR4eHiO5ZUrVwYA3L59Gy1btsTz58/Rv39/1K5dG2/evEFwcDDat2+PcePGYcGCBTn206NHD7Rt2xZZWVm4efMmVq5ciUOHDuHMmTNwcnL6ZI5ly5bFnDlzAAApKSm4d+8edu3ahU2bNqFbt27YtGkTtLW1ldZxcnLC2LFjc2zL0tJS+vf27dvRvXt3ODk5YdSoUShRogQePHiAyMhIrFmzBj179vxkXv/M7fnz59i4cSMGDBiAO3fuYO7cuXleNz09HTdu3EBQUBCOHDmCmzdvwsDA4LP7z+vrun37dshkMlhYWCA4OBgzZ87MdXu6urr49ddfAQAJCQnYs2cPZsyYgfv37yM4OPiz+fzzuD71miQmJmLfvn2wtbXF5s2bMXfuXMhkMmhra2P16tVo2LAhZsyYgdmzZytt39vbGzo6OggICAAAnD59Gs2bN4e1tTUGDRoECwsLxMbG4syZM/D398eIESPylDcRfaMEERF9FcOHDxcfe5tNT08XVatWFQYGBuLMmTNKbZmZmaJ79+4CgNiyZYu0/MGDBwKAWLBggVL83r17BQDh5eX1yXyaNm0qqlSpkmN5ZmamGDZsmAAgJkyYoNRmY2Mj3NzcPrldIYRwdHQUVapUEWlpaTna4uLiPrt+brmlpKSIsmXLCkNDQ5Geni6EEKJv377C0NAwT8e1fPlyAUCEhYV9ct9f+ro2adJE/Pjjj2LMmDHCzs4u123mlqdCoRD169cXMplMyOXyT+b0sePK7TURQoi1a9cKbW1tcfToUQFA/Pnnn0rrDR06VGhra4tr165Jy3bs2CEAiBUrVkjL2rZtK0qXLi1ev36dI5+8/B2J6NvGrlBERGqwc+dOXLt2Db6+vqhXr55Sm6amJlatWgUTExNMmzbts9tq0aIFAODBgwf/KhdNTU0EBATA0dERy5cvR0JCwhdv4/79+6hTpw50dHRytJmZmf2rvAwMDFC/fn2kpKTg+fPnX7y+hYUFAEBL699dnM/tdX306BFOnDgBDw8PeHh44MGDBzh9+nSetieTydCoUSMIIfDXX3/9q5w+9poEBwfjhx9+QPPmzVG5cuUcV0TmzJmDUqVKYciQIRBCIDk5GaNHj4azszOGDBkixd2/fx9VqlSBiYlJjn3/278jEX07WFgQEanBvn37AAB9+vTJtd3Y2BgdO3bErVu3cO/evU9u6/79+wCAkiVL/ut8NDU10aNHD7x9+xYnT55UasvIyMCLFy9yPD7ss29jY4OIiAg8fvz4X+eQm7/++guampq5ftH9UFZWlpTXs2fPcPToUUydOhUVKlRAw4YN/9W+c3tdN2/eDENDQ7Rr1w5169ZF+fLl89ytCXg/pgEASpQo8a9yAnK+Jk+fPsWxY8fQo0cPAO+7dO3YsQPp6enSOsbGxggICMDJkyfx66+/YsqUKYiLi8Pq1ashk8mkOBsbG0RHR+PatWv/Oj8i+naxsCAiUoMbN27A2NgYNjY2H42pXr06AOQYIPz27Vu8ePECcXFxOH78OPr16wcASgNw/42qVasC+L8v1NnCwsJQunTpHA9/f38pZuLEiYiNjUX58uXRokUL+Pn54eTJk7kOMv6YD4uDW7duYdSoUYiJiUHbtm0/O0bi1q1bUl6WlpZo2bIlFAoFwsLCcr2Kkpu8vK7BwcHo2LEj9PX1AQDdu3fHtm3bkJmZmes2s4/n/v37WLRoEXbu3ImqVauiUqVKecopL6/J5s2boauri44dOwIAPDw88Pr1axw8eFBpW126dEG7du0wfvx4LFu2DOPGjZP+5tnGjRuHt2/fwsnJCQ0aNMDEiRMRFhaGjIyMPOVLRN84dffFIiIqqj41xqJ8+fKibNmyn1x/zZo1AoDYtGmTEOL/xgL882FkZCTmzZv32Xw+NhYhW3h4uAAgZs6cKS2zsbER9erVE+Hh4TkeDx8+VFr/8OHDolWrVkJbW1vKrVy5cuLUqVN5yu2fxyWTyYSbm5t4/vy5FPexMRa2trZSXocOHRJLly4VlpaWolKlSiI+Pv6T+87r63r58mUBQOzfv19advXq1RzLsvPMbZuNGjUS9+/f/+zr8SWvSY0aNUSXLl2U1q1Vq1aOZUII8ffffwt9fX1ha2sr3r59m+t+z507Jzp16iQMDAyk/ZYuXVrs2bMnT3kT0beLs0IREalB8eLF8eLFi0/GJCUlSbEf8vLyQteuXaGhoQETExNUqVIFurq6KueUnJyc6/5KlSoFFxeXz67v6uoKV1dXvH37FtHR0di6dSuCgoLQrl073Lp167N99G1tbbFmzRrIZDLo6enB3t4+z/36DQ0NlXJs3bo1GjVqhNq1a2Pu3LlYtGjRZ7fxudd106ZNMDQ0RLly5aTuaXp6erC1tUVwcDDc3NyUtqenpyd1eXv8+DHmz5+P+Ph46WpHXnzuNbl58yYuXryIPn36KHWZa9asGQIDA5GYmAgjIyNpubW1NczMzFClSpWP5lGnTh3s2rUL6enpuHz5Mnbv3o0lS5agS5cuuHTpEhwdHfOcPxF9W1hYEBGpQeXKlXHp0iU8evQI1tbWucZcuXIFAHJ8kbO3t8/TF/0vld2vvkKFCiptx8DAAI0bN0bjxo1RqlQpTJ8+HYcOHULfvn0/ud4/iwNV1apVC8bGxoiMjMxT/KdeVyEENm/ejJSUlFy/WMfHxyM5OVnpHhuamppK23N1dYWDgwMGDx6MvXv35imnz70mmzZtAgCMGTMGY8aMydG+c+dO9O/fP0/7+icdHR3UqVMHderUQcWKFdG/f39s374dU6dO/VfbI6Kij4UFEZEatGvXDps3b8bGjRsxefLkHO2JiYnYs2cPHBwcVP6inxdZWVkICQmBgYEBGjVqlG/brV27NgDg2bNn+bbNL5GVlSVdiVHF8ePH8fjxY/zyyy/SfUiyvX79Gl5eXggNDUWvXr0+uo0yZcpgzJgxmD59Os6cOYP69eurlJMQAiEhIWjevDmGDRuWo33GjBkIDg7+14XFh9T9dySiwoGFBRGRGnTp0gWzZs3C3Llz0bp1a+mLGwAoFAoMHToUr1+/xooVK756LllZWRg5ciRu3rwJX19fpa4zeRUREYGWLVvmWJ49gDivg5Xz07Fjx5CcnCwNgldFdjeo8ePHQ09PL0f7ggULEBwc/MnCAgBGjBiBBQsWYO7cuQgNDVUpp1OnTuHhw4f45Zdf0KVLlxztd+7cwZQpU/D06VOlmxl+yrFjx6Q7fn9InX9HIio8WFgQEamBjo4OduzYgZYtW6JRo0ZKd94OCQlBTEwMxo4dCw8Pj3zdb0JCgtR95u3bt9Kdt+/fvw8PDw/MmDEjxzpPnjyR1vlQsWLF4O7uDgDo2LEj7Ozs0L59e5QvXx4pKSn4448/sG/fPtSpUwft27fP1+P41HFlZmbi9u3bWLlyJfT19eHr66vSttPS0rBz50788MMPuRYVANChQwf4+/sjPj7+k+NCSpYsif79+2PFihW4efNmjqsfXyI4OBiampo5xnZ8mNPPP/+MLVu2wMfHJ0/bHDFiBN6+fYtOnTrBwcEB6enpOH36NLZu3QpbW9t8ufpBREWYukePExEVVZ+aFSpbfHy88PHxERUqVBC6urrCxMREuLi4iL179+aI/dgdovPqn7MMFStWTNjb24tevXp99O7UNjY2uc5uBEDY2NhIcZs3bxYeHh6ifPnyQl9fX+jp6QlHR0fx888/i8TExDzl9qkZq7J9bFYo/GPmJFNTU9GhQwcRHR392W1+7nXduXOnACB+++23j27jzz//FACEv7//R/PMdv/+faGpqSn69u37ybw+9Zqkp6eLkiVLisaNG39yG3Z2dqJGjRpKyz51N/VDhw6J//3vf8LBwUEUK1ZM6OjoiAoVKogRI0bwzttE9FkyIYT4z6sZIiIiIiIqUniDPCIiIiIiUhkLCyIiIiIiUhkLCyIiIiIiUhkLCyIiIiIiUhkLCyIiIiIiUhkLCyIiIiIiUhlvkPcfUigUePr0KYoXL57jrqZERERERAWNEAJJSUmwtLSEhsanr0mwsPgPPX36FFZWVupOg4iIiIjoi8TGxqJs2bKfjGFh8R8qXrw4gPd/GCMjIzVnQ0RERET0aYmJibCyspK+x34KC4v/UHb3JyMjIxYWRERERFRo5KUbPwdvExERERGRylhYEBERERGRylhYEBERERGRylhYEBERERGRylhYEBERERGRylhYEBERERGRylhYEBERERGRylhYEBERERGRylhYEBERERGRynjn7W+Ure8BdadQ4Dyc66buFAocnic58TwhIiLKHa9YEBERERGRylhYEBERERGRytRaWERGRqJ9+/awtLSETCZDaGjoR2OHDBkCmUyGpUuXKi1/9eoVPD09YWRkBBMTEwwYMADJyclKMVeuXEHjxo2hp6cHKysrzJ8/P8f2t2/fDgcHB+jp6aFatWo4ePCgUrsQAn5+fihTpgz09fXh4uKCu3fv/utjJyIiIiIqStRaWKSkpKB69eoIDAz8ZNzu3btx5swZWFpa5mjz9PTE9evXER4ejv379yMyMhJeXl5Se2JiIlq1agUbGxtER0djwYIFmDZtGlavXi3FnD59Gj169MCAAQNw8eJFuLu7w93dHdeuXZNi5s+fj4CAAAQFBeHs2bMwNDSEq6srUlNT8+GVICIiIiIq3GRCCKHuJABAJpNh9+7dcHd3V1r+5MkT1KtXD0eOHIGbmxtGjx6N0aNHAwBu3rwJR0dHnD9/HrVr1wYAHD58GG3btsXjx49haWmJlStX4ueff4ZcLoeOjg4AwNfXF6Ghobh16xYAoHv37khJScH+/ful/davXx9OTk4ICgqCEAKWlpYYO3Ysxo0bBwBISEiAubk51q9fDw8PjzwdY2JiIoyNjZGQkAAjIyNVXi6VcVBuThyUmxPPk5x4nhAR0bfkS76/FugxFgqFAr1798b48eNRpUqVHO1RUVEwMTGRigoAcHFxgYaGBs6ePSvFNGnSRCoqAMDV1RW3b9/G69evpRgXFxelbbu6uiIqKgoA8ODBA8jlcqUYY2Nj1KtXT4ohIiIiIvqWFejpZufNmwctLS2MHDky13a5XA4zMzOlZVpaWjA1NYVcLpdi7OzslGLMzc2lthIlSkAul0vLPoz5cBsfrpdbTG7S0tKQlpYmPU9MTPxoLBERERFRYVZgr1hER0fD398f69evh0wmU3c6/8qcOXNgbGwsPaysrNSdEhERERHRV1FgC4sTJ04gPj4e1tbW0NLSgpaWFv7++2+MHTsWtra2AAALCwvEx8crrZeZmYlXr17BwsJCiomLi1OKyX7+uZgP2z9cL7eY3EyaNAkJCQnSIzY29kteAiIiIiKiQqPAFha9e/fGlStXcOnSJelhaWmJ8ePH48iRIwAAZ2dnvHnzBtHR0dJ6R48ehUKhQL169aSYyMhIZGRkSDHh4eGoVKkSSpQoIcVEREQo7T88PBzOzs4AADs7O1hYWCjFJCYm4uzZs1JMbnR1dWFkZKT0ICIiIiIqitQ6xiI5ORn37t2Tnj948ACXLl2CqakprK2tUbJkSaV4bW1tWFhYoFKlSgCAypUro3Xr1hg0aBCCgoKQkZEBb29veHh4SFPT9uzZE9OnT8eAAQMwceJEXLt2Df7+/liyZIm03VGjRqFp06ZYtGgR3NzcsGXLFly4cEGaklYmk2H06NGYOXMm7O3tYWdnhylTpsDS0jLHLFZERERERN8itRYWFy5cQPPmzaXnPj4+AIC+ffti/fr1edpGcHAwvL290bJlS2hoaKBz584ICAiQ2o2NjREWFobhw4ejVq1aKFWqFPz8/JTuddGgQQOEhIRg8uTJ+Omnn2Bvb4/Q0FBUrVpVipkwYQJSUlLg5eWFN2/eoFGjRjh8+DD09PRUfBWIiIiIiAq/AnMfi28B72NRsPH+BDnxPMmJ5wkREX1Lisx9LIiIiIiIqHBgYUFERERERCpjYUFERERERCpjYUFERERERCpjYUFERERERCpjYUFERERERCpjYUFERERERCpjYUFERERERCpjYUFERERERCpjYUFERERERCpjYUFERERERCpjYUFERERERCpjYUFERERERCpjYUFERERERCpjYUFERERERCpjYUFERERERCpjYUFERERERCpjYUFERERERCpjYUFERERERCpjYUFERERERCpjYUFERERERCpTa2ERGRmJ9u3bw9LSEjKZDKGhoVJbRkYGJk6ciGrVqsHQ0BCWlpbo06cPnj59qrSNV69ewdPTE0ZGRjAxMcGAAQOQnJysFHPlyhU0btwYenp6sLKywvz583Pksn37djg4OEBPTw/VqlXDwYMHldqFEPDz80OZMmWgr68PFxcX3L17N/9eDCIiIiKiQkythUVKSgqqV6+OwMDAHG1v375FTEwMpkyZgpiYGOzatQu3b99Ghw4dlOI8PT1x/fp1hIeHY//+/YiMjISXl5fUnpiYiFatWsHGxgbR0dFYsGABpk2bhtWrV0sxp0+fRo8ePTBgwABcvHgR7u7ucHd3x7Vr16SY+fPnIyAgAEFBQTh79iwMDQ3h6uqK1NTUr/DKEBEREREVLjIhhFB3EgAgk8mwe/duuLu7fzTm/PnzqFu3Lv7++29YW1vj5s2bcHR0xPnz51G7dm0AwOHDh9G2bVs8fvwYlpaWWLlyJX7++WfI5XLo6OgAAHx9fREaGopbt24BALp3746UlBTs379f2lf9+vXh5OSEoKAgCCFgaWmJsWPHYty4cQCAhIQEmJubY/369fDw8MjTMSYmJsLY2BgJCQkwMjL6Ny9TvrH1PaDW/RdED+e6qTuFAofnSU48T4iI6FvyJd9fC9UYi4SEBMhkMpiYmAAAoqKiYGJiIhUVAODi4gINDQ2cPXtWimnSpIlUVACAq6srbt++jdevX0sxLi4uSvtydXVFVFQUAODBgweQy+VKMcbGxqhXr54UQ0RERET0LdNSdwJ5lZqaiokTJ6JHjx5StSSXy2FmZqYUp6WlBVNTU8jlcinGzs5OKcbc3FxqK1GiBORyubTsw5gPt/HhernF5CYtLQ1paWnS88TExDwfLxERERFRYVIorlhkZGSgW7duEEJg5cqV6k4nz+bMmQNjY2PpYWVlpe6UiIiIiIi+igJfWGQXFX///TfCw8OV+nZZWFggPj5eKT4zMxOvXr2ChYWFFBMXF6cUk/38czEftn+4Xm4xuZk0aRISEhKkR2xsbJ6Pm4iIiIioMCnQhUV2UXH37l388ccfKFmypFK7s7Mz3rx5g+joaGnZ0aNHoVAoUK9ePSkmMjISGRkZUkx4eDgqVaqEEiVKSDERERFK2w4PD4ezszMAwM7ODhYWFkoxiYmJOHv2rBSTG11dXRgZGSk9iIiIiIiKIrUWFsnJybh06RIuXboE4P0g6UuXLuHRo0fIyMhAly5dcOHCBQQHByMrKwtyuRxyuRzp6ekAgMqVK6N169YYNGgQzp07h1OnTsHb2xseHh6wtLQEAPTs2RM6OjoYMGAArl+/jq1bt8Lf3x8+Pj5SHqNGjcLhw4exaNEi3Lp1C9OmTcOFCxfg7e0N4P2MVaNHj8bMmTOxd+9eXL16FX369IGlpeUnZ7EiIiIiIvpWqHXw9oULF9C8eXPpefaX/b59+2LatGnYu3cvAMDJyUlpvWPHjqFZs2YAgODgYHh7e6Nly5bQ0NBA586dERAQIMUaGxsjLCwMw4cPR61atVCqVCn4+fkp3euiQYMGCAkJweTJk/HTTz/B3t4eoaGhqFq1qhQzYcIEpKSkwMvLC2/evEGjRo1w+PBh6Onp5ffLQkRERERU6BSY+1h8C3gfi4KN9yfIiedJTjxPiIjoW1Jk72NBREREREQFEwsLIiIiIiJSGQsLIiIiIiJSGQsLIiIiIiJSGQsLIiIiIiJSGQsLIiIiIiJSGQsLIiIiIiJSGQsLIiIiIiJSGQsLIiIiIiJSGQsLIiIiIiJSGQsLIiIiIiJSGQsLIiIiIiJSGQsLIiIiIiJSGQsLIiIiIiJSGQsLIiIiIiJSGQsLIiIiIiJSGQsLIiIiIiJSGQsLIiIiIiJSGQsLIiIiIiJSGQsLIiIiIiJSGQsLIiIiIiJS2b8qLB49eoQTJ07gyJEjiImJQVpa2r/aeWRkJNq3bw9LS0vIZDKEhoYqtQsh4OfnhzJlykBfXx8uLi64e/euUsyrV6/g6ekJIyMjmJiYYMCAAUhOTlaKuXLlCho3bgw9PT1YWVlh/vz5OXLZvn07HBwcoKenh2rVquHgwYNfnAsRERER0bcqz4XFw4cPMXHiRNjY2MDOzg5NmzZFmzZtULt2bRgbG+OHH37A9u3boVAo8rzzlJQUVK9eHYGBgbm2z58/HwEBAQgKCsLZs2dhaGgIV1dXpKamSjGenp64fv06wsPDsX//fkRGRsLLy0tqT0xMRKtWrWBjY4Po6GgsWLAA06ZNw+rVq6WY06dPo0ePHhgwYAAuXrwId3d3uLu749q1a1+UCxERERHRt0omhBCfCxo5ciQ2bNgAV1dXtG/fHnXr1oWlpSX09fXx6tUrXLt2DSdOnMCWLVugqamJdevWoU6dOl+WiEyG3bt3w93dHcD7KwSWlpYYO3Ysxo0bBwBISEiAubk51q9fDw8PD9y8eROOjo44f/48ateuDQA4fPgw2rZti8ePH8PS0hIrV67Ezz//DLlcDh0dHQCAr68vQkNDcevWLQBA9+7dkZKSgv3790v51K9fH05OTggKCspTLnmRmJgIY2NjJCQkwMjI6Iten/xm63tArfsviB7OdVN3CgUOz5OceJ4QEdG35Eu+v+bpioWhoSH++usvbNu2Db1790alSpVQvHhxaGlpwczMDC1atMDUqVNx8+ZNLFy4ELGxsSofxIMHDyCXy+Hi4iItMzY2Rr169RAVFQUAiIqKgomJiVRUAICLiws0NDRw9uxZKaZJkyZSUQEArq6uuH37Nl6/fi3FfLif7Jjs/eQlFyIiIiKib5lWXoLmzJmT5w22bt36XyfzIblcDgAwNzdXWm5ubi61yeVymJmZKbVraWnB1NRUKcbOzi7HNrLbSpQoAblc/tn9fC6X3KSlpSmNP0lMTPzEERMRERERFV7/avD2ixcvcOHCBURHR+Ply5f5nVORMWfOHBgbG0sPKysrdadERERERPRVfFFhcf36dTRp0gTm5uaoV68e6tatK3WFun37dr4mZmFhAQCIi4tTWh4XFye1WVhYID4+Xqk9MzMTr169UorJbRsf7uNjMR+2fy6X3EyaNAkJCQnSIz+6iBERERERFUR5LizkcjmaNm2K58+fY/HixTh48CAOHDiABQsW4NmzZ2jcuHGOL/mqsLOzg4WFBSIiIqRliYmJOHv2LJydnQEAzs7OePPmDaKjo6WYo0ePQqFQoF69elJMZGQkMjIypJjw8HBUqlQJJUqUkGI+3E92TPZ+8pJLbnR1dWFkZKT0ICIiIiIqivI0xgIAlixZAhsbG5w6dQp6enrS8tatW2Po0KFo1KgRlixZ8kXjMZKTk3Hv3j3p+YMHD3Dp0iWYmprC2toao0ePxsyZM2Fvbw87OztMmTIFlpaW0sxRlStXRuvWrTFo0CAEBQUhIyMD3t7e8PDwgKWlJQCgZ8+emD59OgYMGICJEyfi2rVr8Pf3x5IlS6T9jho1Ck2bNsWiRYvg5uaGLVu24MKFC9KUtDKZ7LO5EBERERF9y/J8xSI8PBwTJ05UKiqy6evrY/z48Thy5MgX7fzChQuoUaMGatSoAQDw8fFBjRo14OfnBwCYMGECRowYAS8vL9SpUwfJyck4fPiwUg7BwcFwcHBAy5Yt0bZtWzRq1EjpHhXGxsYICwvDgwcPUKtWLYwdOxZ+fn5K97po0KABQkJCsHr1alSvXh07duxAaGgoqlatKsXkJRciIiIiom9Vnu5jAQAmJia4cOECKlSokGv7vXv3ULt2bbx58yY/8ytSeB+Lgo33J8iJ50lOPE+IiOhbku/3sQCApKSkT26sePHiSE5OznuWRERERERUZOR5jAXwvrj4WNefxMRE5PHiBxERFSG8sqWMV7WI6FuV58JCCIGKFSt+sl0mk+VLUkREREREVLjkubA4duzY18yDiIiIiIgKsTwXFk2bNv2aeRAREVERxe5yObHLHBVFeS4sMjMzkZWVBV1dXWlZXFwcgoKCkJKSgg4dOqBRo0ZfJUkiIiIiIirY8lxYDBo0CDo6Oli1ahWA9wO569Spg9TUVJQpUwZLlizBnj170LZt26+WLBERERERFUx5nm721KlT6Ny5s/R848aNyMrKwt27d3H58mX4+PhgwYIFXyVJIiIiIiIq2PJcWDx58gT29vbS84iICHTu3BnGxsYAgL59++L69ev5nyERERERERV4eS4s9PT08O7dO+n5mTNnUK9ePaV23iCPiIiIiOjblOfCwsnJCb///jsA4MSJE4iLi0OLFi2k9vv378PS0jL/MyQiIiIiogIvz4O3/fz80KZNG2zbtg3Pnj1Dv379UKZMGal99+7daNiw4VdJkoiIiIiICrYvuo/FhQsXEB4eDgsLC3Tt2lWp3cnJCXXr1s33BImIiIiIqODLc2EBAI6OjnB0dMy1zcvLK18SIiIiIiKiwifPhUVAQECuy42NjVGxYkU4OzvnW1JERERERFS45LmwWLJkSa7L37x5g4SEBDRo0AB79+6FqalpviVHRERERESFQ55nhXrw4EGuj9evX+PevXtQKBSYPHny18yViIiIiIgKqDwXFp9Srlw5zJ07F2FhYfmxOSIiIiIiKmTypbAAAGtra8jl8vzaHBERERERFSL5VlhcvXoVNjY2+bU5IiIiIiIqRPI8eDsxMTHX5QkJCYiOjsbYsWPRt2/ffEuMiIiIiIgKjzxfsTAxMUGJEiVyPGxtbdGlSxf88MMP8PX1zdfksrKyMGXKFNjZ2UFfXx/ly5fHjBkzIISQYoQQ8PPzQ5kyZaCvrw8XFxfcvXtXaTuvXr2Cp6cnjIyMYGJiggEDBiA5OVkp5sqVK2jcuDH09PRgZWWF+fPn58hn+/btcHBwgJ6eHqpVq4aDBw/m6/ESERERERVWeb5icezYsVyXGxkZwd7eHsWKFcu3pLLNmzcPK1euxIYNG1ClShVcuHAB/fv3h7GxMUaOHAkAmD9/PgICArBhwwbY2dlhypQpcHV1xY0bN6CnpwcA8PT0xLNnzxAeHo6MjAz0798fXl5eCAkJAfD+akyrVq3g4uKCoKAgXL16Ff/73/9gYmIi3fjv9OnT6NGjB+bMmYN27dohJCQE7u7uiImJQdWqVfP92ImIiIiICpM8FxZNmzb9mnnk6vTp0+jYsSPc3NwAALa2tti8eTPOnTsH4P3ViqVLl2Ly5Mno2LEjAGDjxo0wNzdHaGgoPDw8cPPmTRw+fBjnz59H7dq1AQDLli1D27ZtsXDhQlhaWiI4OBjp6elYu3YtdHR0UKVKFVy6dAmLFy+WCgt/f3+0bt0a48ePBwDMmDED4eHhWL58OYKCgv7rl4aIiIiIqEDJt8HbX0ODBg0QERGBO3fuAAAuX76MkydPok2bNgDe31tDLpfDxcVFWsfY2Bj16tVDVFQUACAqKgomJiZSUQEALi4u0NDQwNmzZ6WYJk2aQEdHR4pxdXXF7du38fr1aynmw/1kx2Tvh4iIiIjoW5bnKxbq4Ovri8TERDg4OEBTUxNZWVmYNWsWPD09AUCa3tbc3FxpPXNzc6lNLpfDzMxMqV1LSwumpqZKMXZ2djm2kd1WokQJyOXyT+4nN2lpaUhLS5Oef2wAPBERERFRYVegr1hs27YNwcHBCAkJQUxMDDZs2ICFCxdiw4YN6k4tT+bMmQNjY2PpYWVlpe6UiIiIiIi+igJdWIwfPx6+vr7w8PBAtWrV0Lt3b4wZMwZz5swBAFhYWAAA4uLilNaLi4uT2iwsLBAfH6/UnpmZiVevXinF5LaND/fxsZjs9txMmjQJCQkJ0iM2NvaLjp+IiIiIqLAo0IXF27dvoaGhnKKmpiYUCgUAwM7ODhYWFoiIiJDaExMTcfbsWTg7OwMAnJ2d8ebNG0RHR0sxR48ehUKhQL169aSYyMhIZGRkSDHh4eGoVKkSSpQoIcV8uJ/smOz95EZXVxdGRkZKDyIiIiKiouiLC4u4uDj07t0blpaW0NLSgqamptIjP7Vv3x6zZs3CgQMH8PDhQ+zevRuLFy9Gp06dAAAymQyjR4/GzJkzsXfvXly9ehV9+vSBpaUl3N3dAQCVK1dG69atMWjQIJw7dw6nTp2Ct7c3PDw8YGlpCQDo2bMndHR0MGDAAFy/fh1bt26Fv78/fHx8pFxGjRqFw4cPY9GiRbh16xamTZuGCxcuwNvbO1+PmYiIiIioMPriwdv9+vXDo0ePMGXKFJQpUwYymexr5AXg/bSwU6ZMwbBhwxAfHw9LS0sMHjwYfn5+UsyECROQkpICLy8vvHnzBo0aNcLhw4ele1gAQHBwMLy9vdGyZUtoaGigc+fOCAgIkNqNjY0RFhaG4cOHo1atWihVqhT8/PykqWaB9zNUhYSEYPLkyfjpp59gb2+P0NBQ3sOCiIiIiAiATHx4G+s8KF68OE6cOAEnJ6evlFLRlZiYCGNjYyQkJKi9W5St7wG17r8gejjXTd0pFDg8T3LieZITzxNlPEdy4jmSE88TKiy+5PvrF3eFsrKywhfWIkREREREVMR9cWGxdOlS+Pr64uHDh18hHSIiIiIiKoy+eIxF9+7d8fbtW5QvXx4GBgbQ1tZWan/16lW+JUdERERERIXDFxcWS5cu/QppEBERERFRYfbFhUXfvn2/Rh5ERERERFSI/asb5N2/fx+TJ09Gjx49pLtaHzp0CNevX8/X5IiIiIiIqHD44sLi+PHjqFatGs6ePYtdu3YhOTkZAHD58mVMnTo13xMkIiIiIqKC74sLC19fX8ycORPh4eHQ0dGRlrdo0QJnzpzJ1+SIiIiIiKhw+OIxFlevXkVISEiO5WZmZnjx4kW+JEVERERE3xbeSDGnwnYjxS++YmFiYoJnz57lWH7x4kV89913+ZIUEREREREVLl9cWHh4eGDixImQy+WQyWRQKBQ4deoUxo0bhz59+nyNHImIiIiIqID74sJi9uzZcHBwgJWVFZKTk+Ho6IgmTZqgQYMGmDx58tfIkYiIiIiICrgvHmOho6ODNWvWwM/PD1evXkVycjJq1KgBe3v7r5EfEREREREVAl9cWGSzsrKClZVVfuZCRERERESFVJ66Qs2dOxfv3r3L0wbPnj2LAwc4qp+IiIiI6FuSp8Lixo0bsLa2xrBhw3Do0CE8f/5casvMzMSVK1ewYsUKNGjQAN27d0fx4sW/WsJERERERFTw5Kkr1MaNG3H58mUsX74cPXv2RGJiIjQ1NaGrq4u3b98CAGrUqIGBAweiX79+0NPT+6pJExERERFRwZLnMRbVq1fHmjVrsGrVKly5cgV///033r17h1KlSsHJyQmlSpX6mnkSEREREVEB9sWDtzU0NODk5AQnJ6evkA4RERERERVGX3wfCyIiIiIion9iYUFERERERCor8IXFkydP0KtXL5QsWRL6+vqoVq0aLly4ILULIeDn54cyZcpAX18fLi4uuHv3rtI2Xr16BU9PTxgZGcHExAQDBgxAcnKyUsyVK1fQuHFj6OnpwcrKCvPnz8+Ry/bt2+Hg4AA9PT1Uq1YNBw8e/DoHTURERERUyBTowuL169do2LAhtLW1cejQIdy4cQOLFi1CiRIlpJj58+cjICAAQUFBOHv2LAwNDeHq6orU1FQpxtPTE9evX0d4eDj279+PyMhIeHl5Se2JiYlo1aoVbGxsEB0djQULFmDatGlYvXq1FHP69Gn06NEDAwYMwMWLF+Hu7g53d3dcu3btv3kxiIiIiIgKsH995+3/wrx582BlZYV169ZJy+zs7KR/CyGwdOlSTJ48GR07dgTwfmpcc3NzhIaGwsPDAzdv3sThw4dx/vx51K5dGwCwbNkytG3bFgsXLoSlpSWCg4ORnp6OtWvXQkdHB1WqVMGlS5ewePFiqQDx9/dH69atMX78eADAjBkzEB4ejuXLlyMoKOi/ekmIiIiIiAqkL7picezYMSxatAinTp0CAKxatQrW1tYoXbo0Bg0alOe7c+fV3r17Ubt2bXTt2hVmZmaoUaMG1qxZI7U/ePAAcrkcLi4u0jJjY2PUq1cPUVFRAICoqCiYmJhIRQUAuLi4QENDA2fPnpVimjRpAh0dHSnG1dUVt2/fxuvXr6WYD/eTHZO9n9ykpaUhMTFR6UFEREREVBTlubBYs2YNfvjhBwQFBaFly5aYM2cOxo4dCzc3N3Tr1g3btm3D9OnT8zW5v/76CytXroS9vT2OHDmCoUOHYuTIkdiwYQMAQC6XAwDMzc2V1jM3N5fa5HI5zMzMlNq1tLRgamqqFJPbNj7cx8disttzM2fOHBgbG0sPKyurLzp+IiIiIqLCIs+Fhb+/P5YsWYK7d+8iNDQUfn5+CAwMxMqVKxEYGIhff/0VO3bsyNfkFAoFatasidmzZ6NGjRrw8vLCoEGDCk3Xo0mTJiEhIUF6xMbGqjslIiIiIqKvIs+FxV9//YUOHToAAFq3bg2ZTIa6detK7fXq1cv3L85lypSBo6Oj0rLKlSvj0aNHAAALCwsAQFxcnFJMXFyc1GZhYYH4+Hil9szMTLx69UopJrdtfLiPj8Vkt+dGV1cXRkZGSg8iIiIioqIoz4VFamoq9PX1pee6urrQ1dVVep6ZmZmvyTVs2BC3b99WWnbnzh3Y2NgAeD+Q28LCAhEREVJ7YmIizp49C2dnZwCAs7Mz3rx5g+joaCnm6NGjUCgUqFevnhQTGRmJjIwMKSY8PByVKlWSZqBydnZW2k92TPZ+iIiIiIi+ZXkuLGQyGZKSkpCYmIiEhATIZDIkJyd/1YHJY8aMwZkzZzB79mzcu3cPISEhWL16NYYPHy7lNHr0aMycORN79+7F1atX0adPH1haWsLd3R3A+yscrVu3xqBBg3Du3DmcOnUK3t7e8PDwgKWlJQCgZ8+e0NHRwYABA3D9+nVs3boV/v7+8PHxkXIZNWoUDh8+jEWLFuHWrVuYNm0aLly4AG9v73w/biIiIiKiwibP080KIVCxYkWl5zVq1FB6LpPJ8jW5OnXqYPfu3Zg0aRJ++eUX2NnZYenSpfD09JRiJkyYgJSUFHh5eeHNmzdo1KgRDh8+DD09PSkmODgY3t7eaNmyJTQ0NNC5c2cEBARI7cbGxggLC8Pw4cNRq1YtlCpVCn5+fkr3umjQoAFCQkIwefJk/PTTT7C3t0doaCiqVq2ar8dMRERERFQY5bmwOHbs2NfM46PatWuHdu3afbRdJpPhl19+wS+//PLRGFNTU4SEhHxyP99//z1OnDjxyZiuXbuia9eun06YiIiIiOgblOfComnTpl8zDyIiIiIiKsTyXFjkdQwFZz4iIiIiIvr25LmwMDEx+eQYiuwxFllZWfmSGBERERERFR4FfowFEREREREVfBxjQUREREREKsvzfSwUCgXmzZuHhg0bok6dOvD19cW7d+++Zm5ERERERFRI5LmwmDVrFn766ScUK1YM3333Hfz9/aUb1RERERER0bctz4XFxo0bsWLFChw5cgShoaHYt28fgoODoVAovmZ+RERERERUCOS5sHj06BHatm0rPXdxcYFMJsPTp0+/SmJERERERFR45LmwyMzMhJ6entIybW1tZGRk5HtSRERERERUuOR5VighBPr16wddXV1pWWpqKoYMGQJDQ0Np2a5du/I3QyIiIiIiKvDyXFj07ds3x7JevXrlazJERERERFQ45bmwWLdu3dfMg4iIiIiICrE8j7EgIiIiIiL6GBYWRERERESkMhYWRERERESkMhYWRERERESkMhYWRERERESkMhYWRERERESkMhYWRERERESkMhYWRERERESkskJVWMydOxcymQyjR4+WlqWmpmL48OEoWbIkihUrhs6dOyMuLk5pvUePHsHNzQ0GBgYwMzPD+PHjkZmZqRTz559/ombNmtDV1UWFChWwfv36HPsPDAyEra0t9PT0UK9ePZw7d+5rHCYRERERUaFTaAqL8+fPY9WqVfj++++Vlo8ZMwb79u3D9u3bcfz4cTx9+hQ//vij1J6VlQU3Nzekp6fj9OnT2LBhA9avXw8/Pz8p5sGDB3Bzc0Pz5s1x6dIljB49GgMHDsSRI0ekmK1bt8LHxwdTp05FTEwMqlevDldXV8THx3/9gyciIiIiKuAKRWGRnJwMT09PrFmzBiVKlJCWJyQk4LfffsPixYvRokUL1KpVC+vWrcPp06dx5swZAEBYWBhu3LiBTZs2wcnJCW3atMGMGTMQGBiI9PR0AEBQUBDs7OywaNEiVK5cGd7e3ujSpQuWLFki7Wvx4sUYNGgQ+vfvD0dHRwQFBcHAwABr1679b18MIiIiIqICqFAUFsOHD4ebmxtcXFyUlkdHRyMjI0NpuYODA6ytrREVFQUAiIqKQrVq1WBubi7FuLq6IjExEdevX5di/rltV1dXaRvp6emIjo5WitHQ0ICLi4sUk5u0tDQkJiYqPYiIiIiIiiItdSfwOVu2bEFMTAzOnz+fo00ul0NHRwcmJiZKy83NzSGXy6WYD4uK7Pbstk/FJCYm4t27d3j9+jWysrJyjbl169ZHc58zZw6mT5+etwMlIiIiIirECvQVi9jYWIwaNQrBwcHQ09NTdzpfbNKkSUhISJAesbGx6k6JiIiIiOirKNCFRXR0NOLj41GzZk1oaWlBS0sLx48fR0BAALS0tGBubo709HS8efNGab24uDhYWFgAACwsLHLMEpX9/HMxRkZG0NfXR6lSpaCpqZlrTPY2cqOrqwsjIyOlBxERERFRUVSgC4uWLVvi6tWruHTpkvSoXbs2PD09pX9ra2sjIiJCWuf27dt49OgRnJ2dAQDOzs64evWq0uxN4eHhMDIygqOjoxTz4TayY7K3oaOjg1q1ainFKBQKRERESDFERERERN+yAj3Gonjx4qhatarSMkNDQ5QsWVJaPmDAAPj4+MDU1BRGRkYYMWIEnJ2dUb9+fQBAq1at4OjoiN69e2P+/PmQy+WYPHkyhg8fDl1dXQDAkCFDsHz5ckyYMAH/+9//cPToUWzbtg0HDhyQ9uvj44O+ffuidu3aqFu3LpYuXYqUlBT079//P3o1iIiIiIgKrgJdWOTFkiVLoKGhgc6dOyMtLQ2urq5YsWKF1K6pqYn9+/dj6NChcHZ2hqGhIfr27YtffvlFirGzs8OBAwcwZswY+Pv7o2zZsvj111/h6uoqxXTv3h3Pnz+Hn58f5HI5nJyccPjw4RwDuomIiIiIvkWFrrD4888/lZ7r6ekhMDAQgYGBH13HxsYGBw8e/OR2mzVrhosXL34yxtvbG97e3nnOlYiIiIjoW1Ggx1gQEREREVHhwMKCiIiIiIhUxsKCiIiIiIhUxsKCiIiIiIhUxsKCiIiIiIhUxsKCiIiIiIhUxsKCiIiIiIhUxsKCiIiIiIhUxsKCiIiIiIhUxsKCiIiIiIhUxsKCiIiIiIhUxsKCiIiIiIhUxsKCiIiIiIhUxsKCiIiIiIhUxsKCiIiIiIhUxsKCiIiIiIhUxsKCiIiIiIhUxsKCiIiIiIhUxsKCiIiIiIhUxsKCiIiIiIhUxsKCiIiIiIhUVqALizlz5qBOnTooXrw4zMzM4O7ujtu3byvFpKamYvjw4ShZsiSKFSuGzp07Iy4uTinm0aNHcHNzg4GBAczMzDB+/HhkZmYqxfz555+oWbMmdHV1UaFCBaxfvz5HPoGBgbC1tYWenh7q1auHc+fO5fsxExEREREVRgW6sDh+/DiGDx+OM2fOIDw8HBkZGWjVqhVSUlKkmDFjxmDfvn3Yvn07jh8/jqdPn+LHH3+U2rOysuDm5ob09HScPn0aGzZswPr16+Hn5yfFPHjwAG5ubmjevDkuXbqE0aNHY+DAgThy5IgUs3XrVvj4+GDq1KmIiYlB9erV4erqivj4+P/mxSAiIiIiKsC01J3Apxw+fFjp+fr162FmZobo6Gg0adIECQkJ+O233xASEoIWLVoAANatW4fKlSvjzJkzqF+/PsLCwnDjxg388ccfMDc3h5OTE2bMmIGJEydi2rRp0NHRQVBQEOzs7LBo0SIAQOXKlXHy5EksWbIErq6uAIDFixdj0KBB6N+/PwAgKCgIBw4cwNq1a+Hr6/sfvipERERERAVPgb5i8U8JCQkAAFNTUwBAdHQ0MjIy4OLiIsU4ODjA2toaUVFRAICoqChUq1YN5ubmUoyrqysSExNx/fp1KebDbWTHZG8jPT0d0dHRSjEaGhpwcXGRYnKTlpaGxMREpQcRERERUVFUaAoLhUKB0aNHo2HDhqhatSoAQC6XQ0dHByYmJkqx5ubmkMvlUsyHRUV2e3bbp2ISExPx7t07vHjxAllZWbnGZG8jN3PmzIGxsbH0sLKy+vIDJyIiIiIqBApNYTF8+HBcu3YNW7ZsUXcqeTZp0iQkJCRIj9jYWHWnRERERET0VRToMRbZvL29sX//fkRGRqJs2bLScgsLC6Snp+PNmzdKVy3i4uJgYWEhxfxz9qbsWaM+jPnnTFJxcXEwMjKCvr4+NDU1oampmWtM9jZyo6urC11d3S8/YCIiIiKiQqZAX7EQQsDb2xu7d+/G0aNHYWdnp9Req1YtaGtrIyIiQlp2+/ZtPHr0CM7OzgAAZ2dnXL16VWn2pvDwcBgZGcHR0VGK+XAb2THZ29DR0UGtWrWUYhQKBSIiIqQYIiIiIqJvWYG+YjF8+HCEhIRgz549KF68uDSewdjYGPr6+jA2NsaAAQPg4+MDU1NTGBkZYcSIEXB2dkb9+vUBAK1atYKjoyN69+6N+fPnQy6XY/LkyRg+fLh0NWHIkCFYvnw5JkyYgP/97384evQotm3bhgMHDki5+Pj4oG/fvqhduzbq1q2LpUuXIiUlRZolioiIiIjoW1agC4uVK1cCAJo1a6a0fN26dejXrx8AYMmSJdDQ0EDnzp2RlpYGV1dXrFixQorV1NTE/v37MXToUDg7O8PQ0BB9+/bFL7/8IsXY2dnhwIEDGDNmDPz9/VG2bFn8+uuv0lSzANC9e3c8f/4cfn5+kMvlcHJywuHDh3MM6CYiIiIi+hYV6MJCCPHZGD09PQQGBiIwMPCjMTY2Njh48OAnt9OsWTNcvHjxkzHe3t7w9vb+bE5ERERERN+aAj3GgoiIiIiICgcWFkREREREpDIWFkREREREpDIWFkREREREpDIWFkREREREpDIWFkREREREpDIWFkREREREpDIWFkREREREpDIWFkREREREpDIWFkREREREpDIWFkREREREpDIWFkREREREpDIWFkREREREpDIWFkREREREpDIWFkREREREpDIWFkREREREpDIWFkREREREpDIWFkREREREpDIWFkREREREpDIWFkREREREpDIWFkREREREpDIWFl8oMDAQtra20NPTQ7169XDu3Dl1p0REREREpHYsLL7A1q1b4ePjg6lTpyImJgbVq1eHq6sr4uPj1Z0aEREREZFasbD4AosXL8agQYPQv39/ODo6IigoCAYGBli7dq26UyMiIiIiUistdSdQWKSnpyM6OhqTJk2SlmloaMDFxQVRUVG5rpOWloa0tDTpeUJCAgAgMTHx6yabB4q0t+pOocApCH+XgobnSU48T3LieaKM50hOPEdy4nmSE8+TnArCeZKdgxDis7EsLPLoxYsXyMrKgrm5udJyc3Nz3Lp1K9d15syZg+nTp+dYbmVl9VVyJNUYL1V3BlQY8Dyhz+E5QnnB84TyoiCdJ0lJSTA2Nv5kDAuLr2jSpEnw8fGRnisUCrx69QolS5aETCZTY2YFR2JiIqysrBAbGwsjIyN1p0MFEM8RygueJ5QXPE/oc3iO5CSEQFJSEiwtLT8by8Iij0qVKgVNTU3ExcUpLY+Li4OFhUWu6+jq6kJXV1dpmYmJyddKsVAzMjLi/8D0STxHKC94nlBe8Dyhz+E5ouxzVyqycfB2Huno6KBWrVqIiIiQlikUCkRERMDZ2VmNmRERERERqR+vWHwBHx8f9O3bF7Vr10bdunWxdOlSpKSkoH///upOjYiIiIhIrVhYfIHu3bvj+fPn8PPzg1wuh5OTEw4fPpxjQDflna6uLqZOnZqjyxhRNp4jlBc8TygveJ7Q5/AcUY1M5GXuKCIiIiIiok/gGAsiIiIiIlIZCwsiIiIiIlIZCwsiIiIiIlIZCwsiIiIiIlIZCwsiIiIiIlIZCwsiIiIiIlIZCwsion/4cBZuzshNRHmlUCjUnQIVMLl9hhTl84T3saAiQQgBmUym7jSokMs+j969ewd9fX1puUKhgIYGf4cpyvgeQvnp+vXrsLOzg4GBgbpTITXKfl/5888/ERERgeLFi8PNzQ1VqlQpsp8rLCyoUMn+nzQ2NhYZGRkAgHLlyqk5KypKDh48iICAABgbG6N27doYP348ABYXRVn2+0pUVBQiIiIgk8lQs2ZNtGnTRt2pUSHx4fvDkSNH0KZNG2zatAnu7u4sLr5xe/bsQc+ePeHk5ISEhAS8ePEC27dvR+PGjYvk50rROhoq0rI//Hft2oU2bdqgcePGaNOmDXr27In09HR1p0dFwKlTp+Du7o6KFSsiOTkZISEh6NGjBwBAQ0OjSF++/pZlv6906NABkZGRiI6ORteuXbF69Wp1p0aFwIdfDlevXo1nz54BACZOnIjdu3cjNTVVnemRGiUkJODGjRtYtmwZTp06he3bt6NNmzZo2bIlIiMji+TnCgsLKjRkMhmOHTsGT09PDB8+HGvXrsX06dNx4sQJtGnTBllZWQDYJ57yLvucAYBbt27h3r17mDdvHgICArB161aMGTMGV69eRbdu3QCwuCgq/vlecebMGXh7e2PmzJkICwvDrFmzoFAoMGTIEMybN0+dqVIhkF1U+Pn5wdfXF/r6+li5ciXq168PLy8v7Ny5k8XFN+jixYuwt7dHaGgoKlasCACoXLkyZs6cCU9PT7i4uODEiRNF7nNFS90JEH2JY8eOoV27dhg6dKi0rEaNGmjRogUGDhyIdevWsZ80fdb06dPh6emJChUqAAAePnyIHj164PHjx5g1axYAoFixYujSpQtkMhnmzZuHHj16YPPmzUXusvW3Zs2aNdDU1ESPHj2gr6+PjIwMXLhwAX369MHgwYPx+PFjtGnTBp6enihXrhwmTZoEY2NjDBkyRN2pUwGTfRVdoVAgPj4e27dvx9y5c9G9e3cAwODBgzFw4EAMGTIEMpmM3aK+QQ0bNsTBgweRmZkJ4P3Vre+++w4zZ86EpqYmmjZtipMnT6JBgwZqzjT/8BOSCpV79+7hyZMn0vPMzExUqlQJ06ZNQ0xMjHQJmuhjnjx5gqtXryItLU1apqenhx9//BH6+vqIiIiQlhsYGKBLly6YNGkSjh8/jv79+6sjZcpH27Ztw4IFCxAaGop3795BW1sb7u7u6NixI1JTU9GrVy+4uLhgzZo16NKlC4yNjTFs2DAsXrxY3alTAfLhYP+kpCSYmZkhMTERJUuWBACpe+6vv/6KKlWqYNKkSdi3b1+R+mWaPq1GjRrw8/NDy5Yt0bVrV1y/fh0aGhoQQuC7777D1KlTMXToUJQoUULdqeYrFhZUYGV3U4iNjZUKhm7duuH58+fYvXs3AEBL6/1FtxIlSiA5OZm/JtNnfffdd9i0aROqVKmCY8eO4ebNm7CwsMCQIUMwcuRIxMTEYMyYMVK8vr4+OnXqhKVLl2LKlClqzJxUkf1+Eh4ejmrVqmHOnDnYuXMnUlJSULZsWTg7OyM2NhaJiYnS1QlDQ0O0b98egYGBaNu2rTrTpwLkw6Ji0KBBaNKkCTQ0NODo6Ah/f38AgI6ODjIzM5GVlQV7e3sYGBjAy8sLV69elbZBRUf23/Px48d48uQJ7t27B+B9cTFr1iw4OzvD1dUV169fh0wmgxACVlZWCAgIQOXKldWZer7jtzAqkLLfuENDQ9G9e3fs3LkTSUlJqFKlCqpUqYINGzZg586dAN5ftbhw4QLMzMygq6ur5sypIMt+89fT00NSUhLmz5+PBg0a4Pbt2yhdujT69OmDQYMGITw8XKm4MDAwQLdu3TgDWSEmk8mkX5HXrFmDUqVKYfny5QgNDZWuXr19+xaXLl3C7du3kZWVhcDAQNy/fx89e/aEg4ODOtOnAiS7qMi+gp59NWvSpElITEyEh4cHgPc/fMlkMmRkZGD79u2oW7cuxo4dq7QNKvyyv6/s3bsX7u7uaNq0KX788UcsWLAAwPviYvr06ahVqxbatWuHy5cvS39/TU1Ndab+dQiiAurAgQNCT09PLF26VMTGxkrLz5w5Izp16iRsbW1FtWrVRMuWLYWJiYmIiYlRY7ZUGJ07d060a9dOWFlZiZs3bwohhJDL5WLevHnCyclJDBw4UM0ZUn5RKBRCCCE2b94s3N3dRfPmzYWhoaGwtLQUwcHBIiUlRQghxPjx44VMJhOOjo7CxMREXLx4UY1ZU0G1bt064ezsLNzc3KRz5927d2Ljxo2iSpUqokKFCqJ3796iRo0awsHBQWRlZYnx48eL5s2bqzlz+hr2798vDA0NRUBAgLhw4YKYOXOmkMlkYtq0aVLMxYsXRdOmTYWjo6NIS0uT3pOKGt7HggocIQSSkpLQvXt31K9fH1OnTpXasrKyoKmpiQcPHuCvv/7Cnj17UK5cObRt21aadYEoN+KDm9+lpqZK/Vpv3bqFUaNG4ebNmwgLC4ODgwPi4+OxcuVKHDlyBLt374a5ubmas6f8cO7cObRo0QKBgYFo1KgRihcvDk9PTzx48AAzZsxA165doaGhgaNHjyIuLg4NGzaEra2tutOmAiB7SlmFQoHU1FQsWrQImzZtgkwmw61bt6S4jIwM/PXXXwgMDERSUhKMjIywYMEC6OjooHfv3hBCYN26ddLVDCpccrvvxNOnT+Hl5QUXFxeMHj0az549Q4MGDVC2bFlERUVh0qRJmDFjBgDg6tWrMDExgZWVlTrS/2+otawh+oi0tDTh6OgoAgICcm1/+fLlf5wRFWbZvwzt3btXtGnTRtjZ2QlPT0+xdu1aIYQQV69eFW3bthVWVlbi1q1bQggh4uPjxYsXL9SWM+W/TZs2iUqVKolXr14pLW/RooUoU6aM2Lx5s0hOTlZTdlQYyOVyIcT794elS5cKU1NTMWDAAKk9t1+hExISxJgxY4Spqam4cePGf5Yr5a+srCwhhBAPHz4U+/btk65UvXnzRsyePVs8evRIPHv2TFSpUkV4eXmJpKQkMWzYMCGTycSECRPUmfp/imMsqMBRKBRISkpCRkYGXr9+DQDSVG3A+36tGzduxPPnz9WVIhUyMpkMBw4cgIeHBxo0aIB169YhKSkJP/30E06dOoWqVati5syZcHJyQq1atXD37l2ULl1amuGFioa0tDS8e/dOGouVkpIC4P3MPYmJifDz88OBAwc4sJZytWvXLpQpUwYxMTEoXbo0evXqhZ9//hlnz56Ft7c3AOWxPADw4MED+Pv74+jRo4iIiChyA3W/JRoaGoiNjYW9vT3Gjh2Lw4cPIyUlBcbGxhgxYgSsrKywceNGfPfdd5g1axaKFSsGGxsbODg4YOPGjYiLi1P3IfwnWFiQ2v3zQ1xDQwMlS5bEkCFDMG3aNOzbt0+a/QkAVq1ahf3790NbW/u/TpUKISEEEhMTsWLFCkyePBmTJ09GrVq1cP78eXTr1g0NGzYE8H8D7Dj7T9Fy5coVxMTEAAA6dOiAlJQUjB49GsD7WZ+A99OFNmvWDFWrVkWdOnXYRYVy5eTkhI4dO6JFixa4ePEiSpYsid69e6Nfv36IjIzEyJEjAbyfESqbnZ0dunfvjrCwMDg5Oakpc8ovGRkZ0NXVlbpPHj58GO/evUOxYsUghMDVq1ehoaGBUqVKAQDi4uIwbNgw3Lt375vpUssb5JFaif/f7/306dO4fPky5HI5evbsCVtbW3h5eeHOnTvo2LEjxo8fD319fTx79gxbtmzB8ePHYWJiou70qQDKLlSFENDQ0IBMJoORkRGSkpLQsmVLPHr0CM7Ozmjfvr00NeSBAwdQrlw51KhRA7///jtnFysi5HI5hg4dipIlS2Lq1KmoVasWVq5ciQEDBiArKwtz5sxBVlYWduzYgWLFimHdunXQ19dXd9pUAIgPppTNfl6uXDksXboUY8eORePGjXHixAnUqFEDffv2hYaGBubOnQtbW1v4+PgobYPj/4oGhUKBcuXKYfr06Xjy5Alu3LgBHx8fyGQytGnTBvr6+nB1dUX//v0xePBgpKSk4ODBgzh9+rT0I8Y3QV19sIiy+6Lu3LlTGBsbi3bt2omKFSuKevXqiWXLlonU1FQhhBCrVq0S9evXFw0aNBCdO3cWV69eVWfaVEBln09JSUnSsrNnz4oLFy6Id+/eiTp16ghfX19RoUIFMWjQIJGZmSmEEOLZs2eiW7duIjg4WC1509e1ceNG0axZM9G9e3dx5coVIYQQu3btEubm5uK7774T5cqVE6VKlRIXLlxQc6ZUEK1YsUL89ddfQoj/e4958OCB6Ny5syhWrJh0TsnlcrF582bpfYUKv+wxFdmy//5btmwRtWrVEs+fPxf9+vUT1tbWYseOHSI1NVUkJycLf39/Ub9+fdG+fXtx6dIldaSuViwsSK1OnDghypQpI3777TchhBCPHz8WWlpaokqVKmL+/PnSQMqEhAQhxPvp/Ig+Ri6XCzs7O3H8+HFx5MgRoaenJ44fPy6EeP9hoKenJxo2bKi0zs8//ywcHBzEgwcP1JAx5afsD/5/vk9s3rxZNGzYUHTv3l36YeL169dix44dYu/evfzbU66ePn0qateuLWxsbMTff/8thPi/c+zGjRvCzs5OmJmZ5ShKWVwUfh8O1N6/f7949OiRUnvbtm3FqFGjhBBCuLu7C1tbW7Fz506Rnp4uhBDi7du34u3bt/9pzgUFCwtSm6ysLBEUFCRGjhwphBDi/v37oly5cqJ///6id+/eonTp0mLhwoVSUSFE7jNuEGV78OCBGD58uDA2Nha6urpi165dQoj351pCQoLw8/MTMplMeHt7i4kTJ4oBAwYIIyMj3qugCDl9+rTw9vYWd+/eVVoeEhIivv/+e9GlS5dv8ldE+rzcPl+ioqLEDz/8IMqXLy8VF0K8Lx46dOggTE1NpXtT8POpaPn777+FTCYTRkZGwtHRUaxdu1a6QnXgwAHRtm1bqZBo3769qFChgggJCflmC4psHLxNaqOhoYFWrVph6NChePfuHQYMGIBmzZph7dq1WLFiBWQyGVasWIHffvtN6jfPQZX0Kba2tmjZsiUSExOhqakJY2NjAJDGWYwZMwbBwcG4dOkSoqOjoaGhgaioKA6qLELOnDmDI0eOYMWKFfjrr7+k5T169ICnpyeOHDmCSZMm4dKlS+pLkgochUIhfb4kJycjPj4eAFC/fn0sXLgQVlZWaNGiBZ49ewbg/SBeQ0ND7Nq1CxEREQD4+VTUaGtro2LFirC0tEStWrWwYsUK+Pr6wtvbG9bW1rh48SKWLl0KANi7dy+sra0xb948pVksv0UcvE3/GfH/B7J9WCTY2NhAQ0MDly9fRnx8PObOnQsAePz4MerUqYOyZcvixx9/5Bs2fVL2uZWWlgZ7e3ts27YNJ0+exI8//oiNGzeiQ4cOUCgUMDY2Ro8ePdCtWzdoamoiIyODs4sVMWPGjAEA/P7778jMzMSoUaNQvnx5AEDFihVRoUIFGBoaonTp0upMkwoQ8f8negCAmTNn4o8//sDNmzfRsmVLdOvWDe7u7li+fDlGjhyJihUronfv3jh//jw0NTXRqFEjyGSyXG+cRoWXQqFAmTJlEBYWhvbt20MIAW9vb9jY2MDPzw9+fn5ITk7G1q1b0a9fP5QuXRoRERF4/Pgxihcvru701YqFBf0nsr/4HT58GJs3b4ZMJkPnzp3Rvn17AO/nk09NTcXdu3dRuXJlbN26Ffr6+li4cCGKFSum5uypIPvw3Dp69Cj69euHLl26oGbNmkhLS0OfPn0QHBwMNzc3AEBoaCisra1Rs2ZNpWmMqfDJ/ttfvXoVycnJ0NLSQp06dTBmzBhkZWUhJCQEQggMGTIEVapUwYULF9C1a1cMGTJEuvM6UfYPV9OmTcPy5csxffp06OvrY/369Vi4cCGePn2KYcOGYcuWLVi8eDFu3boFJycnrFixApqamiwqiogP/44aGhrIysqCtbU1du/ejU6dOuHFixeYMWMGIiMjERkZifLly6NatWooXbo0MjMzoaWlhbJly6r5KAoAdfXBom/Dh31ODx8+LPT19UXnzp2Fi4uLkMlkYsmSJUKI9wOd2rdvL2xtbUX58uVFyZIlRXR0tJqypsJm586dwsjISEyaNEncvn1bWv7XX38JLy8vUaxYMbFs2TLh6+srihcvLh4+fKjGbCk/7dy5U5QoUUJYWlqKypUri4kTJ0ptixcvFo0aNRIWFhaiSZMmwtDQUFy7dk2N2VJBpFAoxKNHj0T16tXFjh07pOVPnjwRgwcPFvXr1xfnz5+XlmfPWCiEEBkZGf9prvR1zJ07V6xZsybH8uyB+H/99ZdwcnISzZo1EydOnPiv0ytUWFjQf+L58+di3bp1IjAwUAghREpKiggICBCamppi7ty5QgghkpOTxZYtW8SGDRvEvXv31JkuFSIXL14UpUuXFuvWrVNa/uLFC5GVlSUSExPF+PHjRdmyZUWtWrU4rWgRoVAoREJCgmjatKn4/fffxfnz58WiRYuEhYWFGDp0qBR37Ngx4e/vLyZPnqxUdBJ96MWLF8LOzk5s3LhRCPF/swK9ePFCWFlZiVmzZuVYh4O1i4a5c+cKXV3dj84O98/iwsXFRRw9evQ/zLBwYT8A+uru3LkDBwcH2NraYsaMGQAAAwMDjBgxAgAwevRoyGQyTJgwAd27d1dnqlQIPXv2DJUqVULXrl2RkpKCHTt2IDg4GHFxcXB2dsaCBQswf/58jB07FlpaWihZsqS6UyYViA/G02RlZcHKygo//PADzM3NYW9vj+LFi+Pnn38GAKxYsQLNmjVDs2bN1Js0FSjig/F+2d2gFAoF9PT0EB0djd69e0vLSpYsiXr16iE2NjbHdjj2r/BLS0vD9evXMXLkSNja2uLs2bMwMzODnZ2dFKOpqYmsrCzY2dlh165d6NatG3x9fbFw4UI0btxYjdkXTOwUSF+dubk5fvrpJzx58gRPnjwB8H93Rx4xYgSWL18OX19fBAQEqDNNKqTS0tJw5swZzJs3D40aNcLOnTtRqVIldOvWDeHh4YiOjgbw/jxkUVH4yWQy7N27F61bt8bAgQNx7tw5qV+0sbExunfvjlmzZmHPnj3o16+fepOlAic9PV0qCORyOd6+fYvk5GSULl0a06dPx7Jly7B48WJoaGhAQ0MD6enpePjwIcqUKaPmzOlr0NXVhRACu3btwpIlS+Ds7IynT5/miPuwuNiyZQt0dXVhY2OjhowLPpnI/oZH9BUlJiZi9uzZWLBgAYKDg+Hh4aHU/uuvv6Jhw4aoXLmymjKkwiD7F8aEhARoaWnB0NAQwPuZXM6ePQt7e3v0798f1apVQ1paGurVq4eFCxfCxcVFzZlTfjl16hTatm0LDw8PpKamYufOnejWrRvWrl0rxSQmJmLDhg0ICAjAyZMnYW5ursaMqSBYs2YNOnfuDFNTUwCAn58fdu/eDSEESpUqhUWLFqFWrVrS7E9ubm4wMjLC06dPER8fj8uXL3OyhyLmwytWNjY2eP78OXx9feHn5/fRdbKysqCpqSkN1qacWFhQvsr+HzU6Ohr379/Hy5cv0a5dO1hYWEBbWxvjx4/H4sWLERISwm5P9K/s2bMHv/zyi/SL0ebNmwEASUlJStP8TZ48GVu3bsWxY8c4U0cRcfPmTVy5cgUPHjyAr68vUlJSEBYWhj59+sDDwwNr1qyRYpOSkpCVlQUTExP1JUwFwq5duzBhwgS0bt0aS5Yswa5duzB06FAsWbIEL1++xMmTJ3H48GHs3LkTbdq0wbFjxxAcHIx3797B3Nwc8+fPh5aWlvSlkooOIQRiY2NRvnx5mJubw9TUFJs2bcL333//2fXYFS53LCwo3+3YsQMDBw5E5cqVcfXqVdja2qJ79+4YO3YsDAwMMGHCBAQEBGDVqlXo27evutOlQuT8+fNo0aIFRo4cCU1NTWzcuBFmZmY4dOiQ1M1p3bp1iIqKwu7duxEWFoYaNWqoOWtSRfYHeEpKCmxsbPDq1SuMGzcO8+fPBwBkZmZi37596NOnD3r16oWVK1eqOWMqaDIzM7Fo0SLs2bMHNWvWhEwmQ/Xq1TFw4EAA77tTjh07FmvXrsXly5dhb2+f4xdp/kJddCUkJEAul6NSpUqoUaMGMjIyEBIS8tnignLHMRaUr65du4aRI0di8eLF+OOPP5CQkIBWrVohLCwMS5YsQWZmJvz8/DBo0CD4+PggKSlJ3SlTIXHlyhUkJSXhp59+wqxZs/DLL78gLCwMKSkpaNu2LV6+fCnFxsfH4/jx4ywqigCZTIbNmzdjxYoVOHToEKytrRETE4NXr14BALS0tNChQwds2rQJq1atwujRo9WbMBUoCoUCWlpaGDt2LNq1a4dr165JfeSz23V0dDBz5kw4OTlh7dq1yO33VhYVRUf23zcuLg5xcXHQ1NREpUqVAAAnT56EtrY2evbsiatXr6ozzUKLhQWp5OHDh9i7d6/0/MGDB9DX14erqysMDQ2hqamJmTNnombNmti2bRuSkpJQrFgxzJkzBzdv3vzm71BJefP69Wu0atUKLi4u0hdK4P2dlHfv3o2kpCS0b98er169Qv/+/REcHAxHR0c1Zkz55fbt2xg7dix0dXVRp04dhISE4MKFCxgxYoT0w4Smpibc3Nywf/9+DBkyRM0ZU0Eh/v8dtbOysqClpYUJEyagbdu20NLSwtq1a/HmzRulgf8mJiZ48eIFZDIZC4kiKvsKaGhoKFxcXNCwYUOUK1cOs2fPxo0bN2BoaIiTJ09CR0cHffr0wcWLF9WdcqHDwoL+tadPn6JOnTrw9fXFpk2bALyfRjYtLQ3v3r0DAGRkZMDAwACzZ8/GrVu3cPjwYQBAsWLFYGZmprbcqXAxMjJCSEgIqlSpgqioKCgUCgDvPyQqVqyIPXv24K+//kKXLl2gUCikQd1UuF25cgW///47unTpgpEjR0KhUKBBgwY4cOAADhw4gCFDhkjFhZaWFtq2bQsHBwc1Z00FgUKhkPrAf1hc+Pj4wMfHBwkJCRg3bhxSU1Mhk8mQlZWFV69e8ceuIk4mk+Ho0aPo0aMH+vXrh5UrV2Ls2LFYt24dli1bhlu3bsHQ0BAnTpxAQkIChg8fjvT0dHWnXaiwJKd/7c6dO3j16hXs7OywY8cOaGlpwd3dHTKZDNOmTcOmTZugra0NAEhJSYGjoyNKly6t5qypMMj+VSkzMxNCCGhra6NFixZYvnw5unXrBnd3d+zdu1eai97e3h6nTp0CAOkXSCrcXr58icmTJ+P06dNo2bIlgP/7gtiwYUPs378fnTp1gqenJ0JCQlCsWDE1Z0wFSfb7wKJFi3D69GlYWFigY8eOaNWqFUaPHo2MjAysX78eTk5OqFWrFrKyspCQkCCN3aGiJ/tzZfv27ejYsSPGjh0LAPjhhx9gZWWFn3/+Gfb29nBwcIChoSGuXbuGuLg46OjoqDnzwoWfwPSvNWvWDP369UNGRga0tLSwcuVKHD16FNu3b8eRI0fQo0cPXLp0Cffu3cOyZcsQFxeHihUrqjttKuCy3/wPHTqEwYMHw9nZGdOnT0dERASaNm2Kbdu24fz58+jQoQMASMVF+fLlUb58eTVnT/mlZMmSGDJkCGrWrImIiAiEhYUBeN/tSaFQoFGjRti+fTuuXLmCxMRENWdLBVH2zTFNTExw8+ZN9O/fX/rBa/z48Rg8eDAyMzMRExMDd3d3XLt2DVpaWsjMzFR36vQVZF/BSklJkcZZZF+N6NmzJ/r06YMlS5bg3bt3UCgUMDAwULpRHuUNr1jQv5KWlgZdXV107twZCoUCPXr0wKpVqzBv3jx4eXnh0KFD8PDwgJubmzRIbv/+/bC2tlZz5lTQyWQy7NmzBz169MD48ePh4OCAY8eOYc2aNTh27BiaNm2KrVu3wtPTE02bNsXx48c57V8RkF1Qvn37FsD7bpVt27aFiYkJpk+fLk352aJFC2hoaEChUKBZs2a4efMm9PX11Zw9FQQKhULpimVKSgo2b96MFi1a4P79+wgMDMSwYcMghEDv3r0xatQoPH/+HGlpaejWrZt0XnF8RdHm4OCABQsWIC4uDubm5sjIyIC2tjYcHR1RsmRJZGVl8cq3KgRRHj169Ejs2rVLaVl8fLxwcHAQy5cvF3FxceLHH38UTZs2FQcPHhTp6eniwoUL4vjx4+Lp06dqypoKm/j4eNGoUSMREBAghBDizZs3olSpUmL06NFKceHh4aJixYri0aNH6kiT8pFCoRBCCHHgwAHRqlUrUbt2bdG0aVPxxx9/CCGEOHbsmHBzcxMuLi7i2LFjasyUCqqsrCzp3+Hh4SIiIkI0atRIhIWFScv//vtvMWbMGGFsbCx+//13IYQQGRkZ0vn34Tao6Mn+OyclJYmmTZuKSpUqKX03GTVqlHB2dhZJSUnqSrFIYGFBefLo0SNRsmRJIZPJRNu2bcXWrVvF7du3hRBC7N27VzRu3FjEx8eLGzduiB9//FE0b95cbNiwQc1ZU2GQ/WafTS6XCwcHB3Hr1i3x8OFD8d1334lBgwZJ7QcOHJCKibdv3/6nudLXs3//fmFgYCCmTZsmzpw5I5o2bSrKlCkjoqOjhRDvvyx26NBB1KlTR0RGRqo5WyqoJkyYIPT09ESlSpWErq6uWLRokVL7o0ePxLhx44RMJhOHDh2Slv/zfYiKtujoaNGsWTNhZGQkWrVqJVq1aiWMjIzExYsX1Z1aocdrPZQnCoUCdnZ2qF+/PuRyOcLDw9GqVSusXr0a7969g7GxMS5cuIDKlStjxowZ0NTUxI4dO5CQkKDu1KkAyp7VKSsrS+rGdOnSJcTHx0NTUxMlSpTAtWvX0KJFC7Rp0wZBQUEAgHv37mHHjh24ffs2ALALTBGQlZWFlJQULFu2DBMnTsTUqVNRsWJFxMbGwt3dHTVr1gQAuLi4YPDgwShXrhxsbGzUnDUVRNevX8cff/yBkydPYv369Rg7dizGjRuHDRs2SDFWVlYYNmwY/P394eLiIi1nd8qiTfzj3iQ1a9bEoUOHMH36dFStWhW1a9fGuXPn4OTkpJ4EixDeeZvy7O7du/D19YVCoUCfPn0gk8ng7+8PExMT7NmzB3Xr1kVkZCR0dHRw+/ZtGBoaomzZsupOmwqov//+Gx4eHoiKisKePXswZMgQ7Nu3D7Vr18bgwYOxZs0adO/eHZs3b5bWmTRpEg4ePIgDBw7w3CqEsvvAZ3/sZH+Ze/v2LZo1a4YNGzagVKlSqF69Otq3b49Vq1YBAHbu3InmzZvD1NQUKSkpnE6YcpgzZw7u3LkDXV1d6YeI5ORkLFy4EL/88gvWrVuHvn375liPd9QuWsT/H6sll8uRmJgIU1NTFC9eHLq6usjKyoKmpqa6Uyzy+H8T5Zm9vT1mz56NMWPGICgoCMuWLcP+/ftx9epVZGZmonv37tDR0YEQQrqLJdHHpKWlISkpCeXKlcPff/+NTZs2oXbt2gDeTxH56tUrhIeHY82aNUhLS8OtW7ewceNGnDhxgkVFIZRdVNy5cwfLli3DkydP0LBhQ4wdOxYGBgbQ1dWFv78/wsPD0bFjR/j7+wN4P+3sb7/9huTkZPTt25dFBeVKJpNhw4YNqF27NhITE2FkZIRixYph3LhxAIBBgwYhJSUFw4YNU1qPRUXRkV1U7N69G9OnT8fr169RtmxZVKhQAXPnzkWZMmVyjf/nv0lFauuERYXWnTt3pD6JJ0+eVHc6VIitXLlSyGQyUbZsWZGRkSGEECIzM1MIIcSrV6/EkCFDRI0aNUT16tVFly5dxJUrV9SZLv1L2YNiL126JEqXLi3c3d2Fh4eH0NbWFnPmzBFCCPHrr7+KMmXKiDp16iit+9NPPwkHBwfx8OHD/zxvKpg+Nsg6MDBQyGQysWjRIqUxE8nJyWLMmDGiYcOGHEtRxP3xxx/CwMBA+Pv7i4SEBDFr1iwhk8nEunXr1J3aN4NdoehfuXv3LkaOHAkhBCZPnoxGjRqpOyUqhE6cOIELFy5g69atSEhIwMmTJ6Xp/rIvWScmJkJTUxMaGhocU1EIZV+puHLlCurXr48xY8Zg1qxZUCgUGDVqFDQ1NbF06VI8f/4c06ZNw6lTp1CtWjU4Ojri1q1b2LNnD/7880/2fSYAylPKRkdH4+XLlzA1NUWVKlWgr6+P+fPnY9KkSVi8eDFGjhwp/QqdmpoKXV1d6b43/HW68Hv69CksLS0BvB+rBQBjxoyBpqYmlixZgvj4eNSpUwft27fH8uXLAfzfVPn09bCwoH/t7t278PHxwYsXL7BkyRLUr19f3SlRAZf9pSD7BkTZ3Vpu376Nnj174u3bt4iKioKJiQkAIDw8HE5OTrxjeyEXGxuLmjVronnz5ti2bZu03MPDA7du3cK7d+9Qo0YNVKlSBRYWFvj999+hoaEBOzs7jB8/Ho6OjmrMngqKDwsCX19f7Nu3D0lJSahQoQIyMjJw4MABGBkZYcmSJRg/fjyWLFkCb29vpSKCRUXRsGXLFixbtgwLFy6Es7OztLxv376oU6cOfvzxR9StWxdubm4ICgqCTCbDvn37kJ6ejk6dOvE+FV8RX1n61+zt7bFgwQKULVtW+tWA6J9OnDiBly9fAgA0NDSwd+9edO3aFS1atMDKlSvx+vVrVKpUCZs3b4ahoSGcnZ0RFRUFX19fDBgwAGlpaWo+AlJVVlYW7OzskJaWhlOnTgEA5s6di3379qFLly4YP348Ll26hO3bt6Nhw4aIjIzEn3/+iV9//ZVFBUmyCwJ/f3/89ttvWLNmDR49eoQGDRrg1KlTiIqKAvD+V+v58+dj1KhR2LFjR67boMJNS0sL+vr6mD17Ns6ePQvgfdFoYGCAbdu2oVGjRmjXrh1WrVol3Xhzx44duHnzpnR1g74StXXCoiIjLS1N3SlQAaRQKMTFixeFTCYTU6ZMEe/evRMnT54UxYsXF0OHDhUDBgwQmpqaYtiwYVL/+QcPHojGjRsLKysrUaFCBXHhwgU1HwXllzt37ojWrVuLDh06iIEDBwozMzNx5MgRqf3hw4dCJpOJwMBAaRn7w9OHFAqFSE1NFb179xbLly8XQgixb98+UaxYMbFmzRohxPvxFNmfSZs3b5bGblHRs2/fPtGqVSvRpk0bcfr0aSHE+/sgVaxYUZQtW1YkJycLId6Pyfnpp5+EtbW1uHPnjjpT/iawKxQRfVWrVq3C8OHDMXPmTBgYGCAzMxM+Pj4AgH379qFPnz7w8PCAr6+vdH+C8+fPw8bGBmZmZupMnfLZnTt34O3tjZMnT2LGjBkYO3YshBDIzMxEfHw83NzcMHnyZHTp0kXdqVIB8eGYimxubm7o0aMHSpQoAQ8PDyxYsABDhgxBZmYmfvvtNxgZGcHDw0O6OsEpZYuWD8+J0NBQrFy5Epqamvjpp5/QqFEjREREoGvXrrCzs0PJkiVRrFgxREZGIjw8HDVq1FBz9kUfu0IR0VeRfRO8wYMHIzAwED/99BPmzJkjLQeA9u3bY8OGDQgJCcGCBQtw584dAECdOnVYVBRBFStWxMqVK9G4cWNERETgxIkTkMlk0NbWxqpVq5CYmIh69eqpO00qQLK/QK5fvx7nz59HVlYWvvvuOyxduhS9evXC/PnzMWTIEADA8+fPERoaipcvXyp1eWJRUXQIIaChoYF79+4BANzd3TF8+HBkZWVh9uzZOHfuHFq2bInr16+jZcuWsLe3R/369XHmzBkWFf8V9V4wIaKiKrsbS/Z/N2zYIGQymejVq5d48eKFUuzevXuFTCYTY8eOFenp6f95rvTfyu4W5erqKmJiYsS8efOEnp6eiImJUXdqVMAoFArx9OlToaurK3Wde/z4sbC1tRWVK1cWf//9t0hJSRFyuVy0adNGODs7S1NWU9GS/VmyZ88eYW9vL1atWiW17dmzR/zwww+iTZs20jT47EqpHuwKRUT5Tvz/mVdOnjyJmJgYDBs2DFpaWli3bh0GDBiAqVOnYuTIkShRooS0zqFDh1CuXDneXPEbkT2r3Llz5/D69WtERUWhVq1a6k6LCoAP79CefeWhfv36GDZsGPr06QMAuHjxIlq3bg1zc3OkpKSgTJkySE1NRVRUFLS1tXmX5SJqz5496NmzJ+bOnYsffvgBDg4OUtv+/fvh7+8PfX19jBs3Dk2aNAHAmcD+aywsiOir2LlzJ7y8vNCnTx/06tVL+tK4Zs0aDB48GFOnTsWoUaOkqWXp23P79m1MmDABs2fPRpUqVdSdDhUwDx8+hK2tLQCgU6dOKFGiBNauXSu1P3/+HIcOHcKLFy9Qvnx5tGvXDpqamhxTUQT8c2yNQqHAmzdv0K5dO7i7u2PChAnIyMjAu3fvcPDgQdSpUwfly5dHWFgYpkyZAhsbG2zcuBF6enpqPIpvE//PI6J8Fx0dDS8vL8yZMwdeXl5KbYMGDQIADB8+HCkpKfj5559hbGysjjRJzSpVqoQdO3ZAW1tb3alQARMYGIhffvkFZcuWhampKTQ1NaFQKHDq1Ck4OTlBJpOhdOnS0hWMbFlZWSwqigANDQ08evQIoaGhGDlyJDQ0NJCcnAy5XI6qVasiKSkJCxcuxLFjx3D27FnY2Nhg6dKlaNu2LTIyMlCtWjUWFWrCwdtElO9iYmLg5OSEfv36Ifui6IeDtgcNGoQFCxZgzZo1yMjIUFeaVACwqCBA+f0BAGrUqCHNGvf9998jJSUF+/btw+jRo1GuXDk0atQIHTt2xK5du5TWY/enoiErKwsrVqxAYGAgFixYAACwtrZG7dq10bNnT1SoUAFXrlxB165dkZKSguLFi2PPnj0A3s8aZm1trc70v2ks64ko3718+RJPnjxBeno6dHR0APzf7C4nTpyAs7MzRo0ahb59+7IrFBFJ7w8rV66Ep6cnGjRoAACoW7cuAODgwYPo1asXfv31V9y5cwexsbG4e/cuOnbsqLac6evR1NTEiBEjkJqaip07dyIzMxOTJk3Cli1bsH79emhpaaFTp07Q19eHlpYWqlatitKlS+c6PTH9tzjGgojyXXBwMEaOHIlt27ahRYsW0sA5hUKBQYMGoX79+hg0aBAH1RGRJD4+Hs7OzlAoFLh27RoMDQ2lHydiY2PRokUL7N+/P8cEDxyoXXTJ5XLMmjUL586dw48//oiJEycqtb948QIBAQFYvnw5Tp8+rTSYm9SDZR0R/WvZv0tcu3YNkZGR2L59OwDA09MTTZo0QZ8+fRAWFobnz58jISEBkydPxuHDh9GiRQsAYFFB9A375++aZmZm2LFjB8zMzFCjRg0kJydDR0cHQgiULl0aaWlpOHbsWI71WVQUXRYWFvj5559Rt25d7N69G3PnzpXa/vjjDwwaNAibNm1CREQEi4oCglcsiOhfyb7asHPnTowZMwZlypRBbGwsypQpg9mzZ6NFixbo3r07zp49C5lMBisrK/z99984cOAAb1RERB918eJFDBo0CImJibh48SIMDQ2hUCjg7OyMrl27Yty4cepOkf5j2Vcuzp8/j06dOmHixImIi4vD/v370bx5c5QrV07dKdL/x8KCiP61M2fOwM3NDYsXL0bfvn1x7949VKxYEYGBgRg6dCgAICwsDI8fP4aBgQEaNGjAQXVEJFm9ejVWrlyJmJgYpSuYMTEx6NWrF7S1tREVFQUDAwNs3boVnTt35qxP36js4iImJgaurq7w8/NTd0qUCxYWRJQnV69ehYODg9IsPmvWrMGhQ4ewa9cu3L59G23btkWLFi2wZs0aAOB88kT0UUII7Nu3D+PHj4eVlRXCw8Mhk8mkq6GLFi3C+PHjYWpqitjYWOjr6wPgmIpvmVwux6RJkxAbG4utW7eiZMmS6k6J/oFjLIjok4QQ+P3339G6dWu8e/dOqe3mzZvQ19dHVlYWXFxc4OLigtWrVwN4P4B7+fLl6kiZiAqgly9fSv/OLh7atGmDgIAAPHv2DC1atIBCoZCuXNjY2KBv377o2bOnNLscwDEV3zILCwvMnTsXwcHBLCoKKBYWRPRJMpkMvXv3xunTp2FkZIS4uDikpaUBADp37owzZ87A2NgYHTt2xKpVq6QvBVFRUTh37hxSUlLUmT4RFQAnTpxAly5dEBkZCeD9+4pCoYC2tjZatmyJRYsW4fnz52jWrBnkcjmePn2KrVu3wtraGgEBAdDU1ERWVpaaj4IKAnNzc5ibm6s7DfoIFhZE9EnZH+ZWVla4fPkyKlSogD179iA9PR2VKlVCq1atYGZmJs03HxcXh59//hnbtm3DlClTYGhoqM70iagAMDMzgxAC8+fPx6lTpwC8v3eFQqGAlpYWWrZsCX9/fyQnJ8PKygpNmjTBjRs3MGXKFGkbvFJBVPBxjAURfZFOnTrhxIkTWLNmDTp16oSrV69i4cKF2LdvH0xNTVGiRAm8ePECu3bt4uxPRCS5e/cuRo4cCSEEpkyZgoYNGwJQHjORnp6O+fPno0GDBmjatKl0pYJFBVHhwMKCiJRk37k0NTUVenp60vIPP9w9PT2xb98+bNiwAZ06dcLLly9x7949REZGonLlyvj+++85+xMR5fBhcTF58mQ0atRIanvy5AkGDhyI8uXLS+OzWFQQFS4sLIgohydPnmDMmDEYOnQomjdvLi3/WHHRtm1b6OrqqitdIipEcrtyERcXh27duuHx48e4deuW0uxzRFR4cIwFEeWQlpaGx48fY9GiRVJ/aABKAyiDg4PRvn17eHl5ITQ0FKmpqepKl4gKEXt7ewQEBEAmk2HWrFnYt28fevfujefPn0tFRWZmprrTJKJ/gVcsiChXH+sPLYSAQqGQrlxUq1YNwPtZoIoVK6a2fImocLl79y5Gjx6NQ4cOwcHBAZcvX5aKCt7/hqhwYmFBRB/1seICAN6+fYtZs2bh5cuX8PHxQcWKFdWYKREVRrdu3cKKFSuwePFiaGlpsaggKuRYWBDRJ+VWXKSnp2Ps2LEIDAzExYsXUb16dXWnSUSFHIsKosKPhQURfdaHxYWvry8OHTqEZcuW4dSpU5xSloiIiACwsCCiPLp79y58fHxw6tQppKSkICoqCjVr1lR3WkRERFRAcFYoIsoTe3t7LFy4EI0bN0ZMTAyLCiIiIlLCKxZE9EUyMjI4xzwRERHlwMKCiIiIiIhUxq5QRERERESkMhYWRERERESkMhYWRERERESkMhYWRERERESkMhYWRERERESkMhYWRERERESkMhYWRERERESkMhYWRERUYPTr1w8ymQwymQw6OjqoUKECfvnlF2RmZqo7NSIi+gwtdSdARET0odatW2PdunVIS0vDwYMHMXz4cGhra2PSpEnqTo2IiD6BVyyIiKhA0dXVhYWFBWxsbDB06FC4uLhg7969WLx4MapVqwZDQ0NYWVlh2LBhSE5OBgCkpKTAyMgIO3bsUNpWaGgoDA0NkZSUhPT0dHh7e6NMmTLQ09ODjY0N5syZo45DJCIqklhYEBFRgaavr4/09HRoaGggICAA169fx4YNG3D06FFMmDABAGBoaAgPDw+sW7dOad1169ahS5cuKF68OAICArB3715s27YNt2/fRnBwMGxtbdVwRERERRO7QhERUYEkhEBERASOHDmCESNGYPTo0VKbra0tZs6ciSFDhmDFihUAgIEDB6JBgwZ49uwZypQpg/j4eBw8eBB//PEHAODRo0ewt7dHo0aNIJPJYGNjo47DIiIqsnjFgoiICpT9+/ejWLFi0NPTQ5s2bdC9e3dMmzYNf/zxB1q2bInvvvsOxYsXR+/evfHy5Uu8ffsWAFC3bl1UqVIFGzZsAABs2rQJNjY2aNKkCYD3A8MvXbqESpUqYeTIkQgLC1PbMRIRFUUsLIiIqEBp3rw5Ll26hLt37+Ldu3fYsGEDnj9/jnbt2uH777/Hzp07ER0djcDAQABAenq6tO7AgQOxfv16AO+7QfXv3x8ymQwAULNmTTx48AAzZszAu3fv0K1bN3Tp0uU/Pz4ioqKKhQURERUohoaGqFChAqytraGl9b7HbnR0NBQKBRYtWoT69eujYsWKePr0aY51e/Xqhb///hsBAQG4ceMG+vbtq9RuZGSE7t27Y82aNdi6dSt27tyJV69e/SfHRURU1HGMBRERFXgVKlRARkYGli1bhvbt2+PUqVMICgrKEVeiRAn8+OOPGD9+PFq1aoWyZctKbYsXL0aZMmVQo0YNaGhoYPv27bCwsICJicl/eCREREUXr1gQEVGBV716dSxevBjz5s1D1apVERwc/NGpYgcMGID09HT873//U1pevHhxzJ8/H7Vr10adOnXw8OFDHDx4EBoa/CgkIsoPMiGEUHcSRERE+eX333/HmDFj8PTpU+jo6Kg7HSKibwa7QhERUZHw9u1bPHv2DHPnzsXgwYNZVBAR/cd4/ZeIiIqE+fPnw8HBARYWFpg0aZK60yEi+uawKxQREREREamMVyyIiIiIiEhlLCyIiIiIiEhlLCyIiIiIiEhlLCyIiIiIiEhlLCyIiIiIiEhlLCyIiIiIiEhlLCyIiIiIiEhlLCyIiIiIiEhlLCyIiIiIiEhl/w9aRGS3Cqcbf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01" y="26982"/>
            <a:ext cx="6891268" cy="340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04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87882" y="182218"/>
            <a:ext cx="8596668" cy="930965"/>
          </a:xfrm>
        </p:spPr>
        <p:txBody>
          <a:bodyPr>
            <a:normAutofit fontScale="90000"/>
          </a:bodyPr>
          <a:lstStyle/>
          <a:p>
            <a:r>
              <a:rPr lang="fr-FR" dirty="0"/>
              <a:t>Analyse de corrélation des </a:t>
            </a:r>
            <a:r>
              <a:rPr lang="fr-FR" dirty="0" smtClean="0"/>
              <a:t>indicateurs</a:t>
            </a:r>
            <a:br>
              <a:rPr lang="fr-FR" dirty="0" smtClean="0"/>
            </a:br>
            <a:r>
              <a:rPr lang="fr-FR" dirty="0"/>
              <a:t> </a:t>
            </a:r>
            <a:r>
              <a:rPr lang="fr-FR" dirty="0" smtClean="0"/>
              <a:t>  </a:t>
            </a:r>
            <a:endParaRPr lang="en-GB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94" y="1270000"/>
            <a:ext cx="6454790" cy="534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01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81270"/>
          </a:xfrm>
        </p:spPr>
        <p:txBody>
          <a:bodyPr/>
          <a:lstStyle/>
          <a:p>
            <a:r>
              <a:rPr lang="fr-FR" dirty="0" err="1"/>
              <a:t>Strandardisation</a:t>
            </a:r>
            <a:r>
              <a:rPr lang="fr-FR" dirty="0"/>
              <a:t> des données</a:t>
            </a:r>
            <a:endParaRPr lang="en-GB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7739" y="2160588"/>
            <a:ext cx="7736559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746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68004" y="157921"/>
            <a:ext cx="10156318" cy="1320800"/>
          </a:xfrm>
        </p:spPr>
        <p:txBody>
          <a:bodyPr/>
          <a:lstStyle/>
          <a:p>
            <a:r>
              <a:rPr lang="fr-FR" dirty="0"/>
              <a:t>Réduction de dimension par ACP : </a:t>
            </a:r>
            <a:r>
              <a:rPr lang="fr-FR" dirty="0" smtClean="0"/>
              <a:t>éboulis de valeurs propres </a:t>
            </a:r>
            <a:endParaRPr lang="en-GB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212" y="1478721"/>
            <a:ext cx="8553450" cy="523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460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91348" y="198449"/>
            <a:ext cx="70616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Cercle</a:t>
            </a:r>
            <a:r>
              <a:rPr lang="en-GB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des </a:t>
            </a:r>
            <a:r>
              <a:rPr lang="en-GB" sz="36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corrélations</a:t>
            </a:r>
            <a:endParaRPr lang="en-GB" sz="3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455" y="844780"/>
            <a:ext cx="6900241" cy="588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04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06584" y="142461"/>
            <a:ext cx="11785416" cy="940904"/>
          </a:xfrm>
        </p:spPr>
        <p:txBody>
          <a:bodyPr>
            <a:noAutofit/>
          </a:bodyPr>
          <a:lstStyle/>
          <a:p>
            <a:r>
              <a:rPr lang="fr-FR" dirty="0"/>
              <a:t>Projection des individus sur les composantes principales</a:t>
            </a:r>
            <a:endParaRPr lang="en-GB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6166" y="899312"/>
            <a:ext cx="8639008" cy="578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65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0621" y="251791"/>
            <a:ext cx="12124266" cy="1320800"/>
          </a:xfrm>
        </p:spPr>
        <p:txBody>
          <a:bodyPr/>
          <a:lstStyle/>
          <a:p>
            <a:r>
              <a:rPr lang="fr-FR" dirty="0"/>
              <a:t>Choix du </a:t>
            </a:r>
            <a:r>
              <a:rPr lang="fr-FR" dirty="0" smtClean="0"/>
              <a:t>nombre </a:t>
            </a:r>
            <a:r>
              <a:rPr lang="fr-FR" dirty="0"/>
              <a:t>de clusters : méthode du coude</a:t>
            </a:r>
            <a:endParaRPr lang="en-GB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775" y="1293536"/>
            <a:ext cx="664845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323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Évaluation</a:t>
            </a:r>
            <a:r>
              <a:rPr lang="en-GB" dirty="0"/>
              <a:t> du clustering : silhouette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9323" y="1477074"/>
            <a:ext cx="6773354" cy="531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102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17698" y="152400"/>
            <a:ext cx="9808449" cy="1320800"/>
          </a:xfrm>
        </p:spPr>
        <p:txBody>
          <a:bodyPr/>
          <a:lstStyle/>
          <a:p>
            <a:r>
              <a:rPr lang="fr-FR" dirty="0" err="1"/>
              <a:t>Clustering</a:t>
            </a:r>
            <a:r>
              <a:rPr lang="fr-FR" dirty="0"/>
              <a:t> et répartition des groupes</a:t>
            </a:r>
            <a:endParaRPr lang="en-GB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6709" y="1250122"/>
            <a:ext cx="8061017" cy="543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92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Analyse </a:t>
            </a:r>
            <a:r>
              <a:rPr lang="en-GB" dirty="0" err="1"/>
              <a:t>hiérarchique</a:t>
            </a:r>
            <a:r>
              <a:rPr lang="en-GB" dirty="0"/>
              <a:t> : </a:t>
            </a:r>
            <a:r>
              <a:rPr lang="en-GB" dirty="0" err="1"/>
              <a:t>dendrogramme</a:t>
            </a:r>
            <a:endParaRPr lang="en-GB" dirty="0"/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3934" y="1458079"/>
            <a:ext cx="9848135" cy="5190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722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93418" y="108985"/>
            <a:ext cx="11147130" cy="682487"/>
          </a:xfrm>
        </p:spPr>
        <p:txBody>
          <a:bodyPr/>
          <a:lstStyle/>
          <a:p>
            <a:r>
              <a:rPr lang="en-GB" dirty="0"/>
              <a:t>8. </a:t>
            </a:r>
            <a:r>
              <a:rPr lang="en-GB" dirty="0" err="1" smtClean="0"/>
              <a:t>Synthese</a:t>
            </a:r>
            <a:r>
              <a:rPr lang="en-GB" dirty="0" smtClean="0"/>
              <a:t> et </a:t>
            </a:r>
            <a:r>
              <a:rPr lang="en-GB" dirty="0" err="1" smtClean="0"/>
              <a:t>Recommandations</a:t>
            </a:r>
            <a:r>
              <a:rPr lang="en-GB" dirty="0" smtClean="0"/>
              <a:t> </a:t>
            </a:r>
            <a:r>
              <a:rPr lang="en-GB" dirty="0" err="1"/>
              <a:t>stratégiques</a:t>
            </a:r>
            <a:endParaRPr lang="en-GB" dirty="0"/>
          </a:p>
        </p:txBody>
      </p:sp>
      <p:sp>
        <p:nvSpPr>
          <p:cNvPr id="3" name="AutoShape 2" descr="data:image/png;base64,iVBORw0KGgoAAAANSUhEUgAABL0AAALJCAYAAABRIlFMAAAAOnRFWHRTb2Z0d2FyZQBNYXRwbG90bGliIHZlcnNpb24zLjEwLjAsIGh0dHBzOi8vbWF0cGxvdGxpYi5vcmcvlHJYcgAAAAlwSFlzAAAPYQAAD2EBqD+naQABAABJREFUeJzs3Xd8Tufj//F3EpkSI2Zrj4oVhJg1Y6uYDSGiWltVSyndqkVpVVGtTWvXqs0HRatmUKM2TRHECLJk378/8rvP1y0JQQi31/PxyCPu61znOtc5d04i71zXdWxMJpNJAAAAAAAAgBWxzewOAAAAAAAAABmN0AsAAAAAAABWh9ALAAAAAAAAVofQCwAAAAAAAFaH0AsAAAAAAABWh9ALAAAAAAAAVofQCwAAAAAAAFaH0AsAAAAAAABWh9ALAAAAAAAAVofQCwCAJ8TDw0PDhg3L7G48dy5evCgPDw9NmjQps7vyQlq+fLk8PDy0Z8+eDKn3NAQGBsrHxyezu5HhnqXvIfHx8WrWrJk+++wzi/JnqY9mERERqlatmqZOnZrZXQEAZLIsmd0BAMhMHh4e6a47evRotWvX7gn2xtL9+rZ69WqVKlXqqfUFz7Y5c+YoW7ZsT/XrEy+W5cuX68MPP9SWLVtUsGDBzO5Oplu+fLnCw8PVrVu3x2rn4sWLWrFihRo1aqQyZcpkTOeekPnz5+vSpUt6++23M+X4K1eu1KpVq3TmzBndvHlTTk5OKliwoFq1aiV/f385OTkZdd3c3NSjRw9NmTJF7dq1U548eTKlzwCAzEfoBeCFNnbsWIvX586d05QpU+Tt7a0OHTpYbKtcufLT7JokpdoPSXrppZeeel/w7Prll19UoEABQi88Va1bt9Zrr70me3v7zO7KU7dixQqFhIQ8dugVEhKiH374QQUKFEg19Dp8+LBsbTN/YkZcXJymTp2q1157Tfny5cuUPhw7dkxubm7q1KmTcuXKpZiYGO3bt0+jR4/Wli1b9PPPP1tcq86dO2vy5MmaNWuWhg4dmil9BgBkPkIvAC+01q1bW7zes2ePpkyZokKFCqXYlhmelX68SGJiYpQlSxZlycKPSElKTExUXFycnJ2dM7srL7xn7b2ws7OTnZ1dZnfDqjk6OmZ2FyRJ69atU1hYWKYG6x9++GGKssDAQA0fPlwLFy7U/v37VbVqVWObq6urGjVqpOXLl+u99957Zq4lAODpyvw/HQHAcyApKUm//PKLWrVqpQoVKqhy5crq2rWr/vrrrxR1fXx8FBgYqBMnTuitt96Sl5eXqlSpov79++v8+fMPfez4+HhFRkY+Ur/N69yEhITonXfeUdWqVVWpUiW9+eab+ueff1LUX7Bggbp37666deuqfPnyqlmzpt555x2dOnXKol7v3r1VoUIF3b59O0Ub169fV/ny5TVgwACj7I8//lDXrl1Vs2ZNeXp6qm7duurRo4eCgoIeeA7Dhg2Th4eHbt68qQ8//FA1atRQhQoV1LFjR+3atStF/XXr1qlfv35q0KCBPD09Va1aNXXv3j3VY919fQYOHKjq1aurYsWKunLlyn37ZDKZtHz5cvn7+6ty5cqqWLGimjVrpq+++kpxcXFp7ne/tapSWx/p9u3bGjNmjJo0aaIKFSqoatWq8vX11ciRIy3aCwkJ0d69e+Xh4WF8XLx40Wjn/PnzGjZsmGrXrq3y5curbt26Gj58uMLCwiz6MGnSJHl4eOjMmTMaO3ascQ3Xr19/3+uR3vc3MjJS48ePV9OmTVW+fHlVq1ZN/fr104kTJ+7bvtmj3If//vuv+vbtqypVqsjLy0s9e/bUf//9l67jxcXFafLkyWrRooUqVaqkypUrq2nTpvrwww8VExNjUffEiRMaNGiQcY3r1Kmjvn376ujRoxb1Dh06pN69e6tatWry9PRUs2bNNHny5BRfNw96L0wmk3799Ve9/vrrqlSpkipVqiR/f39t3rw5XecmJX9vmThxonx8fOTp6anmzZtrwYIF6d4/ta9Zc9muXbs0ZcoUNWzYUJ6enmrVqpW2b98uSTpz5ox69+6tKlWqyNvbW8OGDVNUVFSa5z969GjVqVPHaGft2rXp6t/hw4f14YcfqmnTpsY1at++vZYtW5airvl4//77ryZMmKAGDRqofPnyat68uVatWmVR18PDQ3v37lVISIjFPWe+DmfPntUXX3yhli1bqkqVKqpQoYJ8fX01c+ZMJSYmWhyza9eukpIDHXM7gYGBFsdKbb2sVatWyc/PzzivDh06pHpdzN/jrl27piFDhqh69eqqUKGCAgICdOTIkXRdR0lav369XF1dVaVKlXTVP3funBo2bKg6dero+PHj6T7OoyhQoIAkKTw8PMW2evXq6datW6l+jwAAvBj4MzYApMOwYcO0cuVKVa5cWYMGDVJUVJSWLl2q7t27a8yYMSlGY125ckVdu3aVj4+PhgwZonPnzmnRokU6ePCgli9fnu7pIRs3btSqVauUmJgoNzc31a9fX++9995DrakTHR2twMBAlSlTRu+9954uX76sBQsWqEuXLlq4cKFKly5t1J0xY4YqVqyogIAA5cyZU8HBwVq6dKn++usv/fbbbypcuLAkqWPHjtq2bZtWrlxp/NJmtnz5csXHxxvTMvft26c+ffqoRIkS6t69u3LkyKHr16/r4MGDOnbsmLy9vdN1Ht27d5erq6v69eun27dva/HixerRo4d++ukn1a1b16g3b948ZcuWTa+//rry5s2ry5cva+nSpXrjjTc0d+7cFNNUo6KiFBAQIE9PTw0YMEBRUVFycXG5b1+GDRum3377TWXLllX37t2VK1cunT9/Xps2bdKAAQPk4OCQrnN6kPfee0979uxRhw4dVKZMGcXHx+v8+fNG2Ofu7q6xY8dq9OjRypkzp/r06WPs6+7uLkk6fvy4AgMD5eTkpPbt26tAgQIKDg7WwoULtWvXLi1dulRubm4Wxx08eLDs7OzUuXNnubi4qFixYmn2Mb3vb2RkpDp16qTz58+rTZs2Kl26tMLDw/Xrr7/K399f8+fPV7ly5e57PR72PgwNDVWXLl3k4+OjwYMH67///tO8efPUr18/rV69+oHTxkaMGKElS5bI19fXCCIuXryobdu2KTo62lhDaPv27erfv7/s7e31+uuvq3jx4rp165b27dungwcPqnz58pKSw8F+/fopa9as6tSpk/LkyaPt27dr4sSJOnjwoKZNm5aiT2m9Fx9++KF+++03NWzYUL6+vpKkTZs26e2339bw4cPVqVOn+56bJH3wwQdat26datSooW7duunWrVuaNGlShkyfHjdunOLi4tSpUyfZ2dnpl19+0dtvv60JEybo448/VvPmzTVkyBD9/fffWrFihRwcHDRixIhU+yhJb775puLi4rRixQoNGjRI0dHR8vPzu28fNm3apNOnT6tZs2Z6+eWXFRERofXr1+ujjz5SWFiYevbsmWKfYcOGycbGRoGBgbK1tdWCBQs0ZMgQFS5cWJUqVZKUPC1+ypQpRhBvVqJECUnS3r17tWfPHtWvX18FCxZUXFyctm/frrFjx+rChQsaPny4JKlx48ZKSEjQlClT1LFjRyNQyp07933Pa8KECfrxxx9VqlQpvf322zKZTFq9erUGDRqkCxcuWHwfkJJ/BgQEBKhcuXIaMGCAbty4oTlz5qhnz57avHmzXF1d73u8xMREBQUFqUKFCumaahkUFKS3335befLk0bx58yy+nu4N2u/H2dk51VGNERERxh+DDhw4oBkzZihbtmypLkHg5eUlKXkUtzU+6AAAkA4mAIBh9+7dplKlSpmGDh1qlO3cudNUqlQpU48ePUwJCQlG+Y0bN0w1a9Y0eXt7myIjI43yBg0amEqVKmWaMWOGRdv/+9//UrR9P+3atTNNnTrVtHHjRtPq1atNw4cPN5UrV85UrVo105kzZ9LVRpcuXUylSpUyffHFFxblR44cMZUuXdrUpUsXi/KoqKgUbZw6dcpUrlw50/Dhw42yhIQEU7169UwtW7a0qJuUlGRq3LixycfHx5SUlGQymUymUaNGmUqVKmW6du1auvp8r6FDh5pKlSpl6t27tykxMdEov3TpkqlSpUqmhg0bWpSndg5Xr141VatWzdSzZ0+LcvP1+eabb9Ldn/Xr15tKlSpl6t+/vyk+Pt5iW1JSknHeJpMpxft94cIFU6lSpUwTJ05M0e6yZctMpUqVMu3evdtkMplM4eHhplKlSpk+++yzB/apQYMGKd5Ls9atW5t8fHxMN2/etCg/dOiQqUyZMqZJkyYZZRMnTjSVKlXK1KlTJ1NcXNwDj2sypf/9HTlypKlcuXKmv//+26L89u3bprp161r0P7Xr9Kj34erVqy2ON3XqVFOpUqVMf/755wPPrWrVqqbu3bvft050dLSpRo0apipVqpjOnz+fYrv5azMhIcHUoEEDU4UKFUzBwcEWdYYNG2YqVaqU6bfffjPK7vdebNq0yVSqVCnT7NmzUxyvd+/epsqVK5siIiLu22/z9Xz77bctvmbPnz9vqlChgsXXYlru/Zq9u6xVq1am2NhYo/zYsWOmUqVKmTw8PExr1661aKdv376mcuXKWbx/5vNv27atRTvh4eGm+vXrm7y8vCzOsUuXLqYGDRpYtJva94LExERT586dTVWqVLG4rubj9ejRI8X3mXLlypkGDRpk0U5qx7vfcU0mk2nQoEGmMmXKmK5evWqUmX/mLFu2LNV97v0e8u+//5pKly5tatWqlSk6OtrimC1btjSVKVPGdOHCBYt+lipVyjRlyhSLdtesWWMqVaqUadGiRake927m+zGt70V393Ht2rWm8uXLmwIDA03h4eGp1k3vR2rfJ+8+J/OHn5+f6dChQ2n2v2zZsqZu3bo98DwBANaJ6Y0A8AD/+9//JEn9+vWzWL/G3d1dnTt3Vnh4eIppdlmzZrWYoiIl/1W/RIkS2rRpk5KSkh543GXLlqlXr15q0qSJWrZsqc8//1yTJ0/WrVu3NGrUqIc6h969e1u8Ll++vGrXrq29e/da/OXdPMLJZDIpMjJSYWFhypUrl4oVK6ZDhw4Z9ezs7OTn56dTp07p77//Nsr37Nmj//77T35+frKxsZEkYxTRhg0bFB8f/1D9vvcc7h5l8NJLL6l169a6cOGCjh07luIcpOTRRTdv3pSdnZ0qVqxocQ53S23ER1rMU52GDh2aYt0vGxsb47wfl6OjoxwdHXX48GFduHDhkdo4deqUjh8/rtdee01JSUkKCwszPgoWLKjChQtrx44dKfZ766230r04eXreX5PJpFWrVqlSpUoqVKiQRT8SEhL06quvav/+/SmmDN7tUe7DvHnzqmXLlhZltWrVkiQFBwen69zOnDlz3+mXf/31l8LCwvTGG2+oUKFCKbabv2b/+ecfhYSEqHXr1ipSpIhFnXfeecfiHO+W2nuxatUqOTk5qXnz5hbXMiwsTI0aNVJkZKTFfZka87F69epl8TVbqFAhY+TY4wgICLAY8VimTBm5uroqT548atGihUXdatWqKT4+XiEhISnaeeuttyzacXNzU+fOnRUVFfXAKWt3fy+IiYnRzZs3devWLdWpU0cRERH6999/U+zTrVu3FN9nihUrlmrd9Bw3Li5Ot27dUlhYmOrUqaPExMQUU14fxubNm5WUlKSePXtajIJycXFR9+7dlZiYqC1btljsY2trm2LB/Ye5D8w/I3LkyHHfejNnztSgQYPUtGlTzZgxI8UIUkmaPXt2uj/atGmT6nGGDh2q2bNn65tvvlHbtm0lpT610Sx79uy6cePGA88TAGCdmN4IAA9gDhxKlSqVYpuHh4dFHbPChQunOsWtZMmSOnv2rMLCwh44hSU19erVU8WKFbV7927Fxsama2HebNmypTqdsmTJkvrjjz904cIFYyrcvn37NHnyZB08eDBFAHHvlEo/Pz/9+OOP+vXXX41pP0uWLFGWLFnUvn17o16XLl20detWffnllxo3bpwqVaqkatWqqWXLlqmGBGkpWbJkmmXnz583ppCdOHFCEydO1O7du1OsE5RaIOXu7q7s2bOnux/BwcHKnj37Q00xfRQODg765JNP9OWXX6pRo0YqWrSovL29Va9ePTVs2DBdC4ifPXtWkjR16lRNnTo11TqpvQdFixZNdz/T8/7evHlTN2/e1L59+1SzZs0027p582aaU+se5T5M7dzMv7jfunXrgef28ccf64MPPlDr1q318ssvq0qVKqpdu7aaN29u3HvmMKRs2bL3bcu8xlpq/X/55Zfl6uqa6pp/qb0XZ8+eVUxMjMW03ntdv379vv0xH+t+99XjSO3aZ8+eXfnz509Rni1bNkmpvyf369+D1mYLCwvTxIkTtXnzZl27di3F9tTWJEzraya1QC4td+7c0Y8//qi1a9emul9qx02v+90H5rJ774O8efOm+FmRM2dOSem7D9Jj06ZNWrFihVq1aqWxY8emGf6bw7bHYf5eL0mtWrXSrFmz1LNnT82fPz/VKY4mkynD/hgBAHj+EHoBwHOmYMGCOnTokG7dupWhj44/evSounXrpoIFC2rgwIEqWLCgnJ2dZWNjo5EjR+rOnTsW9fPmzSsfHx9jjZz4+Hj973//k4+Pj/LkyWPUy5Ejh5YsWaIDBw5o165dCgoK0uTJkzV58mSNHTs2xaiPx3HlyhVj7aPevXurePHicnZ2lq2traZOnardu3en2OdpPgnvfr943b3AtVmHDh3k4+OjP/74Q/v27TPW4KpQoYLmzZv3wNDTZDJJ+r/FrFOTWhvmtarSIz3vr3lkY9WqVdWvX7802zKHrxnlfsGg+drcj4+Pj37//Xft2LFDe/bs0d69e7V69WpNnjxZixcvztD+pvW1kdp7kZSUJDc3N02cODHN9jIiuHocaa399LjvSXqZTCb16NFDp06dUpcuXeTp6als2bLJzs5O27dv15w5c1IdcZueNaseZPDgwdqyZYv8/Pzk7e2tnDlzKkuWLDp69KjGjRuXrpG+Gelxr7n56/zmzZtp1qlQoYIuXbqkLVu2aP/+/Wmu1Zha+JgWFxcXZc2a9YH12rRpozFjxujXX39NNfQKDw9XmTJl0n1cAIB1IfQCgAcwL95+5swZVaxY0WKb+amG944OOH/+vOLi4lKM9jpz5oxcXV0f65fl4OBg2dvbG3+pf5Dw8HCFhoamCMjOnDlj0ffVq1crISFBM2bMSHE+t27dSjUc8ff31//+9z+tWbNGMTExiouLMxawv5utra28vb2NX4QuX76stm3b6ttvv0136HXmzBljUeJ7z8H8Hv3vf/9TVFSUJk+enGJE0fjx49N1nAcpWrSozp49q5CQEOOpYellHlGW2kiPtKYw5s6dW+3atVO7du1kMpn03Xffadq0aVq7dq3atWv3wL6aZcQIi7Q86P11d3dXtmzZdPv27Ufux6PchxkhW7ZsatGihfF1unDhQg0fPlzz58/XO++8Yywsf/z4cTVs2DDNdsx9O336dIptly9fVkREhKpXr56uPhUtWlTnzp1TmTJl0v194F53X88KFSpYbDPfV8+CM2fOWDxsw1wmKcU00budPHlS//zzj/r166d3333XYtuTfJJfRESEtmzZolatWunLL7+02JbaVMKHHYF09/t272ivJ3UfvPTSS3J1db3vyLp8+fJp7NixevPNN9WjRw/98MMPql27dop6qZWlpX///sbU3/uJjY2VlPb31YSEhFRHxgEAXgys6QUAD9C4cWNJ0pQpUyz+Qh8WFqYFCxYoW7ZsKQKWqKgozZ0716Js06ZNOnv2rBo1avTA0QRp/UV9zZo1+ueff1S7du2HekLgvVPbjh49qh07dqhq1apGAGfu071/+V+4cGGaU6Vq1aqlwoUL69dff9XSpUtVoECBFL/UpPa0rpdeekm5c+e+78iB1M7h7ut/+fJlrVy5UgULFjSmlqU1omH79u06fPhwuo91P61atZIkjRkzJtXRWfcbOWFe02j37t0W9W7evKlly5ZZ1L1z506K0XU2NjbGud49LSlr1qypTlMqU6aMSpUqpaVLlxpTHe/t68M8TS016Xl/bW1t1apVK506dUorVqxItZ0HTcd7lPvwcSQmJqb6S7T5CZPm6/3qq6/K3d1dP//8szGF8W7mvpYtW1YFChTQqlWrUkx5mzx5siSpSZMm6eqbea2jb775JtWvtwddy7uPNW3aNIs2Lly4oNWrV6erH0/DrFmzFBcXZ7yOiIjQggUL5OLioldffTXN/czfC+69PqGhoVq6dOlj9ytr1qy6fft2ivbNIda95ZGRkZozZ06Kdszrf6V3yqP558fMmTONsEdK/n4xc+ZM2dnZ3Td8fRR2dnby9vbW4cOHU/2eZ5YnTx7NnTtXxYsXV9++fVOsLSY9+ppeCQkJaf68+PnnnyUpxR9FJOngwYOSlO5AGQBgfRjpBQAPULNmTbVu3VorV65U165d1ahRI0VHR2vp0qW6ceOGxowZk2IKRuHChTV16lRjFMXZs2e1aNEiubu767333nvgMX/66ScdOHBANWrU0EsvvaT4+HgdOHBA//vf/5QnTx59/PHH6e5/zpw5tW3bNoWGhqpWrVq6cuWK5s+fL0dHR3300UdGvSZNmhiPse/QoYOcnJx04MAB7dixQ4ULF071lx0bGxt16NBB3377rSTpvffeSzFy4dNPP9Xly5f16quvqkCBAkpMTNTWrVt1+vRpdenSJd3ncfXqVXXr1k2NGzfW7du3tWjRIsXGxuqzzz4zAru6devKxcVFQ4YMUUBAgHLmzKljx45p9erVKlWqlDES4nE0a9ZMvr6+Wr16tfz8/NS4cWPlypVLFy9e1IYNG7R06VJjjaLUdO3aVePGjVP37t3VqFEjhYWFacmSJSpYsKBFWBEcHKyAgAA1atRIJUuWlLu7uy5cuKBFixYpa9asRggkSRUrVtTSpUv1/fffq0SJErK1tVWDBg3k4uKib775Rm+88Ybatm2rtm3bqlSpUkpISFBISIg2b96stm3bpms0RVrS+/4OHDhQBw8e1LBhw7R582Z5e3vL2dlZly9f1q5du+To6JgiKL7bo9yHjyMqKkq1a9dWgwYNVKZMGeXJk0dXr1411q0zL/bu7Oys0aNHq3///mrdurVef/11FS9eXLdv39a+fftUt25dBQYGys7OTsOHD1e/fv30+uuvy9/fX7ly5dIff/yh7du3q3bt2uleQL5p06bq0KGDfv31V504cUKNGjVSnjx5FBoaqn/++Ud//PGH/vnnn/u2UbNmTTVt2lQbN25Ut27d1LBhQ92+fVsLFy5UiRIlHrj/0+Tv76+WLVsqPj5ey5cv16VLl/TFF1/I1dU1zX2KFy+uUqVKacaMGYqOjtYrr7yiixcvatGiRSpUqNBjr2VVsWJFbd26VSNGjJCXl5fs7OxUo0YN5cqVS3Xq1NHq1avl4OCgihUr6urVq1q2bJly5cqVop2SJUsqa9asWrBggZycnJQtWza5u7unGeAWKVJEffr00Y8//qgOHTrI19fXeFDEqVOnjKnpGa158+batm2b9u7de99wOWfOnPr555/Vs2dPDRgwQN98843FaN5HHekZHR2tevXqqVGjRnrllVeUO3duhYWFadu2bTpw4IDKli2b6s+Tbdu2KUeOHE90pCsA4NlG6AUA6fD111+rXLlyWrp0qcaNG6csWbLI09NTI0aMSHW6Rv78+TVp0iSNHTvWWNS3bt26Gjp0aJoLdd+tevXqOnfunFavXq2bN2/KZDKpQIEC6tatm3r27JnqL09pcXFx0S+//KIxY8Zo/PjxSkhIUMWKFTV48GCLxbe9vLyMtZgmTZokBwcHVa5cWfPnz9cXX3yR5kLO7du314QJE2QymSwWsDdr3bq1fvvtN61evVo3btyQs7OzihQpoi+++CLVqZBpmTlzpsaOHavJkycrKipKZcqU0ddff21x/QsVKqQZM2Zo/PjxmjFjhkwmkzw9PTVjxgwtWbIkQ0IvKXmETdWqVbVkyRJNnTpVNjY2yp8/v+rXr//A9bC6d++uqKgoLV++XHv37lXRokWN6Vd3P3Evf/788vPz0969e7Vt2zbduXNHefLkkY+Pj3r06GExhWngwIG6ffu2FixYoPDwcJlMJm3ZskUuLi4qXbq0Vq5cqWnTpumPP/7QsmXL5OzsrPz586thw4Zq3rz5Y12L9L6/rq6uWrBggX7++WetW7dOO3bskK2trfLkyaMKFSqk+aS2uz3sffg4nJyc9Oabb2r37t3au3evIiMjlStXLlWsWFE9evSwmBJYv359LV68WFOnTtWqVasUERGhnDlzqmLFihZrDNWtW1fz5s3Tjz/+qHnz5unOnTsqUKCABgwYoJ49ez7UelJffvmlqlevrsWLF2vWrFmKiYlR7ty59corr+iTTz5JVxvffvutihcvrt9++01jx45VwYIF9fbbb8vZ2Vkffvhh+i/WEzR27FgtWbJEs2bN0q1bt1SsWDF9++23DwwI7ezsNHXqVH377bdas2aNIiMjVaxYMQ0ZMkS2traPfX7dunXThQsXtHHjRi1atEhJSUn65ZdflCtXLn3zzTf67rvvtG3bNq1atUoFChRQQECAypUrl+Ipik5OTho/fry+//57jRo1SnFxcapWrdp9g6V3331XRYsW1bx58zRp0iRJyQ9zGDduXIqnlWaUFi1aaMyYMVqxYsUDR1S6ublp5syZ6tu3rwYPHqyYmJgHTsV+ECcnJwUEBCgoKEg7d+5URESEnJycVKJECX3wwQcKCAhI8b03MjJSmzdvVkBAQLoe+gIAsE42poxcNRQAIB8fHxUoUOC+o1aelsDAQIWEhOj3339/Yse4ffu26tSpo7p16+qHH37I8PaHDRumFStW6OTJkxneNoBn06RJk/TDDz9oy5YtT/xJqUifOXPmaNy4cdq0aVOqT+F81kybNk0//fSTMUIaAPBiYk0vAMBj+fXXXxUbGyt/f//M7goA4AkJCAhQgQIF9OOPP2Z2Vx4oIiJCM2bMUJ8+fQi8AOAFx/RGAMAjWbt2rUJDQ/Xjjz/K09Mzw6eXAQCeHfb29tqwYUNmdyNd3NzctHfv3szuBgDgGUDoBQB4JIMGDZKDg4MqVaqkkSNHZnZ3AAAAAMACa3oBAAAAAADA6rCmFwAAAAAAAKwOoRcAAAAAAACsDmt6PacOHjwok8kke3v7zO4KAAAAAOAFkJCQIBcXF3l4eGR2V4B0YaTXc8pkMonl2J4ck8mkuLg4rjFeaNwHAPcBYMa9AHAfSP93DYDnBSO9nlPmEV6enp6Z3BPrFB0drePHj6tkyZJycXHJ7O4AmYL7AOA+AMy4FwDuA0k6cuRIZncBeCiM9AIAAAAAAIDVIfQCAAAAAACA1SH0AgAAAAAAgNUh9AIAAAAAAIDVIfQCAAAAAACA1SH0AgAAAAAAgNXJktkdAAAAAAA8XYmJiYqPj8/sbjxXYmNjjc+2ttY1fsTe3l52dnaZ3Q0gwxF6AQAAAMALwmQy6cqVK7p161Zmd+W5k5SUpCxZsujSpUtWF3pJUo4cOZQ/f37Z2NhkdleADEPoBQAAAAAvCHPglTdvXrm4uBBwPITExETFxsbK0dHRqkZFmUwmRUdH6+rVq5Kkl156KZN7BGQcQi8AAAAAeAEkJiYagVeuXLkyuzvPncTEREmSk5OTVYVekuTs7CxJunr1qvLmzWt154cXl/WNyQQAAAAApGBew8vFxSWTe4JnkfnrgrXeYE0IvQAAAADgBcKURqSGrwtYI0IvAAAAAAAAWB1CLwAAAADAC2fYsGHy8fHJ7G4AeIJYyB4AAAAAYDXCwsI0a9Ysbd26VSEhITKZTCpcuLDq1aunwMBA5cuX76n0Y/Xq1bpx44a6dev2VI5nFhcXp4kTJ2rlypW6ffu2SpUqpXfffVd16tR5qv0AngWEXgAAAAAAq/DPP/+oZ8+eioiIUMuWLRUQECBbW1udPHlSS5Ys0aZNm7Rx48an0pc1a9bo9OnTTz30GjZsmDZu3KiuXbuqaNGiWrFihXr37q05c+aoWrVqT7UvQGYj9ALSsH37dg0fPlyrV6/O7K7c12effSYPDw8FBARkdlfwHFm1apW2b9+ucePGZXZXAAAAMkRERITefvttSdLy5cv1yiuvWGwfNGiQpk+fnhldy1B37tyRs7NzqtsOHz6stWvX6v3331evXr0kSW3atFHLli01duxYLV269Gl2Fch0rOmFTBEYGKg5c+Zkdjeee//995+2b98uPz8/o+zs2bPy9/dXxYoV1bRpU23ZsiVdbe3YsUMeHh4aOXJkqtsXL14sDw+PFO/bTz/9pAYNGqhy5cpq06aNduzYYWz77LPP5OXlZXxUrFhRHh4e+ueffyQlB4u+vr6qWrWqqlWrpjfffFMnT560aH/RokWqX7++KlWqpF69eunq1asW28+cOaPu3bvLy8tL1apV00cffWRsu3HjhgYOHKgaNWqoRo0aGjNmjBITE43t8fHxGjFihHH8L7/8UgkJCcb2L7/8UvXq1VPlypVVp04djRw5UnFxcZKkS5cuWZybl5eXypYtqz59+hj7f//99/L19VXZsmVTXNegoKAU+5cuXVpfffWVUefTTz9V06ZNVbp06VTvlzVr1qh58+by8vJS+/btdfjwYWPbtm3bFBAQoKpVq6pmzZoaMGCArly5Ymxv2bKljhw5omPHjqVoFwAA4Hm0aNEiXb58WUOHDk0ReEmSm5ubBg0alOb+Fy9elIeHh5YvX55im4eHh3744QfjdVRUlMaMGSMfHx+VL19eNWrUUGBgoPbt2ycp+fedbdu2KSQkRB4eHsaHmclk0ty5c+Xr6ytPT0/VrFlTH330kcLCwiyO6+Pjo+7du2vXrl3y8/OTp6enZsyYkeY5bNiwQba2turYsaNR5ujoqNdff11HjhzRxYsX09wXsEaEXsAzICEhQSaT6aH3W7RokVq0aCEHBwdJySFOnz59VLNmTe3du1fDhg3T4MGD9d9//923nejoaH311Vfy8vJKdXtoaKhmzpypUqVKWZRv3rxZs2bN0pQpU7R//35169ZN/fv3161btyRJI0aM0MGDB42Pd999V0WLFlW5cuUkSWXKlNHMmTO1b98+7dy5U/Xq1VP//v2N9nft2qVvv/1WEyZM0M6dO5UrVy4NHjzYol9vvPGGmjVrpl27dmnHjh0WI94++OADOTg4aOvWrVq5cqV27dpl8de9n376Sfv379fatWu1Zs0aBQUFacqUKcb2zp07a/369Tpw4IBWrlypEydOGP/JePnlly3Obc+ePXJzc9Nrr71m7F+kSBENHjw41QVSvb29LfbftGmT7Ozs1KJFC6NO6dKlNXz4cFWoUCHF/vv379fnn3+ur7/+WkFBQfLz81OvXr0UEREhKfkvnT179tS2bdu0ZcsWZc2aVe+9956xv62trXx9fbVgwYJU3nEAAIDnz++//y5HR0c1b978iR9r+PDhmjt3rho3bqzPP/9cPXv2VM6cOXXixAlJUp8+fVSmTBnlzJlTY8eONT7MzP+Pq1Chgj7++GN16NBBGzdu1BtvvKHY2FiLY50/f14DBgxQ1apV9cknn6hixYpp9uv48eMqXLiwsmfPblFu/v/k8ePHM+oSAM8FQi88U/bs2SNvb2+Lsn79+mnSpEmSpPnz56tZs2aKjo6WJB08eFBVqlTR2bNnJSXP4Q8MDFS1atXUuHFj/frrr0Y7kyZNUu/evfXZZ5+pSpUq8vHx0Z49e7R582Y1btxYVatW1fjx41P06bvvvlP16tVVv359zZ8/3yg3mUyaNWuWGjVqpGrVqql79+66cOGCsd3Dw8Pih8qcOXMUGBhosX3evHlq2bKlKlWqpKioKO3bt0++vr7y8vJS//799dFHH2nYsGFpXq/ff/9dNWrUMF4HBQXp1q1b6tevnxwdHdWgQQNVrVpVK1euvO91Hz9+vFq2bKmiRYumun3EiBHq16+fcuTIYVF+4cIFeXp6ysPDQzY2NmrTpo0SEhIsrsPdli5dqvbt2xuv8+bNq7x580pKvp52dnYKCQlRfHy8pORh6a1atVLFihXl4uKi999/X/v27TPanzNnjmrUqCE/Pz85OTnJwcHBCNSio6P1119/qX///nJ2dla+fPn0xhtvWHxNLFu2TH379jX60adPHy1btszYXqJECbm4uBivbW1t0wwQN2/eLJPJpCZNmhhlbdu2Vb169eTq6prqPndbsWKFihQposqVKxtlAQEBqlmzphwdHVPU37Jlixo2bKiKFSvKzs5O/v7+cnFx0aZNmyRJvr6+ql+/vrJmzSoXFxe98cYbOnTokMVItpo1a2rr1q0P7BsAAEBaYhMStebwJb236G91mrZb7y36W2sOX1JsQuKDd85gZ8+eVbFixYw/CD9J27ZtU4cOHfThhx/Kz89P3bt318SJE43/77/66qvKly+fXFxc1Lp1a+NDkg4cOKDFixdr5MiRGjlypPz9/TVw4EBNnTpVp06d0m+//WZxrPPnz+vrr7/WBx98oI4dO6pu3bpp9uvatWvKkydPinJz2b2zJgBrR+iF50pAQICKFSumL7/8UhEREXr//fc1dOhQlShRQteuXdNbb72lTp06adeuXZo8ebImTpyoXbt2Gfv/9ddfql27tvbu3avWrVtryJAh2rJli1auXKmFCxdq1qxZxtQ7KfkHp42Njf7880+NHz9e48aNM4Ysr1y5UrNnz9bkyZP1559/6pVXXlGfPn0sQoUHWbNmjWbOnKkDBw4oPj5effv21RtvvKF9+/bJz8/vvuuJ3blzR8HBwSpevLhRdvLkSZUsWVL29vZGWZkyZVJMGbzboUOHtGvXLmPO/702bNigyMhItWnTJsW2Fi1a6Nq1azp27JgSExO1bNky5cuXL8WIMCk5oPzvv//Url07i/JLly7J29tbFSpU0MiRI9WrVy+j/ydPnlSZMmWMurlz51bu3LmN89m3b59cXFzk7++v6tWrq3Pnzjp06JCk5BDN/GGWlJSkkJAQRUZG6vbt27py5YpF+2XKlNGlS5eM0VKSNG3aNHl5ealmzZo6ceKEunTpkup1WrZsmXx9fVMNqNJj2bJlev3119Nd/95zM0vrvd63b59KlCihLFn+bynHEiVK6Pr16/znBwAAPJLYhESNWX9CEzaf1rHLtxUdl6Bjl29rwubTGrP+xFMPviIjI5U1a9anciw3NzcdOnRIoaGhD73v+vXr5eLiojp16igsLMz4KF68uHLnzq09e/ZY1M+fP78aNmyYrrZjYmJSDf3M/0eNiYl56P4CzzNCLzx3Ro0aZUxjK1++vDp06CApOYTy9vZWixYtZGdnp1KlSql9+/YWwVG5cuXUpEkT2dnZ6bXXXlNoaKh69uwpFxcXlSxZUh4eHhZrHDk7O6t///5ycHCQl5eXfH19jb+8rFy5UoGBgfLw8JCjo6MGDRqky5cvW6yr9CA9evRQvnz55ODgoO3btyt//vx6/fXXlSVLFtWrV081a9ZMc9/w8HBJsvjBHhUVpWzZslnUc3NzU1RUVKptxMfH65NPPtHnn3+e6g/H27dva+zYsfriiy9S3d/d3V3169dX+/bt5enpqVGjRumrr75KNfhZsmSJ6tevr9y5c1uUv/zyywoKCtK+ffv0ySefqHz58sa26Ohoubm5WdTPli2bcT63b9/WmjVrNGTIEP35559q0aKFevfurdu3bytr1qyqWrWqJk6cqKioKF26dEm//PKLpOT/EJlHC97dvvna3X29evXqpYMHD2rdunXy9/dP9S9nISEh2rlzp8Xaag8jKChIFy9eTDVYTEvdunW1efNm7d+/X/Hx8Zo/f74uXbqkyMjIFHWPHTumCRMm6MMPP7QoN49AM38tAQAAPIxNx0L15+nryu3qoEI5XZTb1fH/f3bQn6eva/Oxp/uHNVdX1zT/35vRhgwZojNnzqh+/fpq166dxo8fr3PnzqVr3+DgYEVHR6tWrVqqWbOmxcf169d148YNi/qFChVKd7+cnJyMNWjvZp4y6eTklO62AGvA0xvx5CTGSxeDpMhQyTWfVNBbsrN/8H4PkDNnTjVv3lw///yzRo0aZZSHhIRo+/btFtMjExMTLV7nypXL+Lf5G/7dIYyzs7PFD8o8efJYjJoqUKCA9u7dK0m6cuWKChYsaGxzcHBQ3rx5LRYLf5CXXnrJ+PfVq1eVP3/+FNvvndNvdndA4+7uLik5ALt7lJKUvLZTWn/xmj59uipUqKCqVaumun3s2LF6/fXX05z2OHnyZG3fvl0bN25UwYIFtW/fPg0YMEBz5syxGEEVFRWl9evX67vvvku1HSn5PymdO3dWjRo15OHhoUKFCsnFxeW+5+Pi4qJGjRqpSpUqkqQuXbpo+vTp+vvvv1WvXj19++23GjlypJo0aSJXV1e9/vrrOnnypLJly2ZMoYyMjDSun/lYqV2vEiVKqHTp0ho2bFiKReWXL1+uMmXKqHTp0mme3/0sXbpUPj4+Rj/Sw7zY6aeffqobN26oQYMGqlWrVoopqCdPnlTPnj316aef6tVXX7XYZg7I7g1KAQAA0mPzsauysZFcHCx/rXRxyCIbmzhtOhaq1yq8lMbeGa948eI6duyY4uLiHmmKo42NTarldz8Iyax58+by9vbWli1b9Ndff2nu3LmaOXOmRo8eLV9f3/seJykpSTly5Eh1aRUp5f/NHmYmQZ48eXTp0qUU5deuXZMkY2kR4EVB6IUnI+xfafNw6fpJKSlRsrWTcntIjYZL7sXS3M3FxUUxMTEymUzGD51r165ZBCh///23li9frtatW2vEiBFasGCBsmTJopdeekmNGzdO84fHo7h27Zri4+ON4OvSpUvKly+fpORhxnc//SQuLs4iuHJxcdGdO3cs2rqXre3/DbZMLTC7fPlymkGIs7OzihYtqnPnzhl//fHw8NCPP/5o0ecTJ06obNmyqbaxa9cuHTt2TJs3b5aUPLLKxsZGBw8e1NKlS7Vr1y5FRkbq559/lpQckhw9elT79+/XpEmTdPz4cTVr1kyFCxeWJFWvXl2lS5fWzp07Ld6zdevWydXV9b7rD0jJU/ZiY2MVEhKiQoUKycPDw1gMVEp+GuO1a9eMJ9+ULl1aSUlJabaXP39+Yz04SVqwYIHKly9vrNOVP39+Y7FPKXlhz5deeinF6DKzhISEFGt6JSUlafny5WlOD32QyMhIbdiwQRMnTnzoff38/IzRZfHx8WrYsKHeeOMNY/vJkyf15ptv6v333zfWkLjb2bNnlTt3bv7zAwAAHkloeIyc7e1S3eaUxU6hEU93Kp2Pj48OHjyoDRs2qFWrVg+9v3nx93tHwacWIknJAZO/v7/8/f0VHh6uDh06aNKkSUbolVaIVrhwYe3cuVMVK1bM8OmYpUuX1u7du3X79m2LxezNS4A86h9pgecV0xuR8RLjpc2fS1eOSlnzSe7Fkz9fOZochCUmj7BJTExUbGys8REXF6dixYrJ3t5eq1evVmJiotasWWOxGPzd63iNGjVKNjY2RljQunVr7d69Wxs3blR8fLzi4+N1/Pjxh5pueK87d+7oxx9/VFxcnA4dOqTVq1cbP8RatWql+fPn68yZM4qLi9P333+vfPnyGU9GKVu2rFauXKmEhAQdP378gYvJ169fX5cvX9by5cuVkJCgP/74Q7t3777vPg0aNLCo4+3trezZs2vKlCmKi4vT9u3btXfv3jSnzU2YMEFr167VypUrtXLlSvn4+MjX11c//fSTJGnx4sVatWqVsb18+fLq3r27Md2xUqVK2rhxo0JCQmQymbR//34dPnzYIvCSkkcytWvXTnZ2lv8pWrt2rf777z8lJSUpPDxcI0eOlLOzs7EYfbt27bRq1SodPnxYd+7c0XfffaeqVasaIZ+fn5+2bNmiQ4cOKTExUQsXLlRcXJzxFMqzZ88qPDxciYmJ2rNnj3766ScNGDDAOH67du00ZcoUXbt2TdeuXdPUqVONdbWioqK0bNkyhYeHy2Qy6eTJk/rpp59Uu3Zti3P466+/dPPmTbVs2TLF9Y2Pj1dsbKwSExOVlJSk2NhYY4SZ2Zo1a5QjR44U7UrJQWpsbKySkpKM+8W8Zpz56zspKUk3b97Ul19+qYIFC6pOnTqSpNOnT+vNN9/Ue++9Z/HwgLvt3r1b9erVS3UbAADAg+TL5qQ78amv2xWTkKh8bk93Kp2/v7/y5cunMWPGGA+6ultkZOR9/0Du6uqqnDlzKigoyKL83qddJyYmppiNkC1bNhUsWNAiMHN2djb+L3m3Fi1aKCkpSZMnT07Rh8TERN2+fTvtk3yAZs2aKSkpSYsXLzbK4uLitHz5cpUrV+6hpkoC1oCRXsh4F4Ok66ek7AUl+///g87eScpeIHnk18XkHyL3Pra3QIEC+v333/Xll1/qm2++0YgRI9SqVSuLMODzzz9XuXLljNEt48aNU7t27VSrVi3VqFFDM2fO1LfffqvPPvtMJpNJxYsX17vvvvvIp1KiRAklJiaqTp06cnJy0sCBA42nJbZp00bXr19X7969FR4ergoVKmjKlCnGQuGffvqphg4dqqpVq6py5cpq27at/v777zSPlSNHDk2ePFlfffWVvvzyS7366qtq1qzZfYdmd+zYUd26ddOgQYNkb28ve3t7/fTTT/rkk080ffp05c+fX998842KFCli7OPl5aXp06fL29s7xSgyZ2dnubi4GOtW3bt+lYODg1xdXY39evToodu3b6tz584KDw9X3rx5NWjQINWqVcvY58yZMzp06JC+/fbbFP0PCQnRuHHjFBYWJmdnZ1WoUEGzZ882RlrVrFlTgwYNUv/+/RUeHq6qVatatOPt7a1PP/1UAwcO1M2bN+Xh4aGpU6caQ8L37NmjH374QVFRUSpSpIg+//xzi9Fm/fr1061bt9SiRQtJyUFmnz59JCX/ZW7NmjUaO3as4uLi5O7uriZNmliEZlJyoNe0adNUR4d9+umnWrFihfF63rx5atu2rb7++muL/du1a2cx6s+se/fuxnTaoKAgjR07Vv3799c777yjhIQEffjhh/rvv//k4OCghg0basqUKUY7s2bNUlhYmEaPHq3Ro0cbba5du1Yvv/yykpKStHr16vtOOQUAALifRmXz6p9LyQvY3z3FMSo2QSaT1Lhsvqfan2zZsmny5Mnq1auX2rZtq5YtW8rT01O2trY6ffq01qxZo+zZs2vgwIFptuHn56dp06bp448/Vvny5RUUFKR///3Xok5UVJQaNGigJk2aqHTp0nJ1ddWBAwf0559/Wjz0qHz58lq3bp1GjhypihUrytbWVq+99pqqVq2qgIAAzZw5UydPnlSdOnVkb2+v8+fPa+PGjRowYECKhz+lV8WKFdWsWTNNmDBBN2/eVNGiRfXbb7/p4sWLmjVr1iO1CTzPbEypPf4Lz7wjR45Ikjw9PTO5J6n45zdp68jkEV73CjsnNfhYKtfmaffqoURHR+v48eMqU6aMMRUuM3Tv3l3e3t7q27dvmnU+++wzlS5dWp07d36KPcPzbvXq1dq2bZvGjRuXZp1n5T4AMhP3AZCMe8E6xMTE6N9//1WxYsUyZEFz89Mb/zx9XTY2yVMaYxISZTJJdV7JraHNS8sxS+rTH5+kGzduaNasWdq6dasxI6FIkSLy8fFRYGCgsabvsGHDtHfvXv3+++/GvjExMfryyy+1ceNGJSUlqW7duvrss89Us2ZN9evXTz169JCtra0mTZqknTt36uLFi0pISFDBggXVrl07de3a1fgj+J07dzR8+HBt27ZNt2/fNmYPmC1dulSLFi3S6dOnZWdnp5dffll16tRRYGCgXn75ZUnJUzaLFSummTNnpvv8Y2NjNWHCBK1atUq3b9/WK6+8onffffeBI/zT8/XxTP8eCqSC0Os59Ux/s/lvl7R2YPKURvu7vlnG35GirkqvjZeKpP1UwmdBZv3HbseOHSpbtqyyZcumjRs36oMPPtCqVatUokSJp9YHwIxfcADuA8CMe8E6ZHToJSUHX5uPXdWmY6EKjYhRPjcnNS6bT43K5s2UwOtJSkxMVExMjJycnFIs22ENCL1gjZjeiIxX0Dt50forR5OnNNo7Jwde4SFSfs/k7UjVP//8o8GDBysmJkYFCxbUuHHjCLwAAADwzHLMYqfXKrz0VJ/SCADpReiFjGdnn/yUxnuf3pjfU2r4efJ2pKp3797q3bt3ZncDAAAAAIDnHqEXngz3YlL7GcmL1keGSq75kkd4EXgBAAAAAICngNALT46d/TO/dhcAAAAAALBOtpndAQAAAAAAACCjEXoBAAAAAADA6hB6AQAAAAAAwOoQegEAAAAAAMDqEHoBAAAAAADA6hB6AQAAAAAAwOoQegEAAAAAAMDqEHoBAAAAAADA6hB6AQAAAABeOMOGDZOPj09mdwPAE5QlszsAAAAAAEBGCQsL06xZs7R161aFhITIZDKpcOHCqlevngIDA5UvX76n0o/Vq1frxo0b6tat21M5niRFRUVp5syZOnLkiI4cOaKbN2/q/fffV69evZ5aH4BnCaEXAAAAAMAq/PPPP+rZs6ciIiLUsmVLBQQEyNbWVidPntSSJUu0adMmbdy48an0Zc2aNTp9+vRTDb1u3rypyZMnK3/+/Cpbtqz++uuvp3Zs4FlE6AUAAAAAeO5FRETo7bffliQtX75cr7zyisX2QYMGafr06ZnRtQx1584dOTs7p7otb968+uOPP5QvXz5dvHhRDRs2fMq9A54trOkFAAAAAHjuLVq0SJcvX9bQoUNTBF6S5ObmpkGDBqW5/8WLF+Xh4aHly5en2Obh4aEffvjBeB0VFaUxY8bIx8dH5cuXV40aNRQYGKh9+/ZJkgIDA7Vt2zaFhITIw8PD+DAzmUyaO3eufH195enpqZo1a+qjjz5SWFiYxXF9fHzUvXt37dq1S35+fvL09NSMGTPSPAcHB4enNn0TeB4w0gsAAAAA8OgS46WLQVJkqOSaTyroLdnZP/Vu/P7773J0dFTz5s2f+LGGDx+u9evXKyAgQCVLllR4eLgOHTqkEydOqGrVqurTp48iIiJ05coVffjhhyn2//zzz7Vs2TK1adNGAQEBunz5subNm6cjR45o6dKlcnR0NOqeP39eAwYMkJ+fn15//XW99NJLT/z8AGtB6AUAAAAAeDRh/0qbh0vXT0pJiZKtnZTbQ2o0XHIv9lS7cvbsWRUrVkwODg5P/Fjbtm1Thw4dUg20JOnVV1/VL7/8ovDwcLVu3dpi24EDB7R48WKNGTNGbdq0Mcrr1KmjgIAA/fbbb+rYsaNRfv78ef34449MVQQeAdMbAQAAAAAPLzFe2vy5dOWolDWf5F48+fOVo8lBWGL8U+1OZGSksmbN+lSO5ebmpkOHDik0NPSh912/fr1cXFxUp04dhYWFGR/FixdX7ty5tWfPHov6+fPnJ/ACHhEjvQAAAAAAD+9ikHT9lJS9oGTvlFxm7yRlL5A88utikFSk5lPrjqurq6Kiop7KsYYMGaJhw4apfv36KlOmjOrUqaPWrVurePHiD9w3ODhY0dHRqlWrVqrbb9y4YfG6UKFCGdJn4EVE6AUAAAAAeHiRoclTGs2Bl5m9c3J55MOPgnocxYsX17FjxxQXF/dIUxxtbGxSLU9MTExR1rx5c3l7e2vLli3666+/NHfuXM2cOVOjR4+Wr6/vfY+TlJSkHDlyaPz48aluz5Ytm8Xru9f3AvBwCL0AAAAAAA/PNV/yGl7xMZbBV/yd5HLXp/sUQR8fHx08eFAbNmxQq1atHnr/7NmzS5LCw8Mtyi9dupRq/Tx58sjf31/+/v4KDw9Xhw4dNGnSJCP0SitEK1y4sHbu3KmKFSs+temYwIuKNb0AAAAAAA+voHfyovW3LyYHXVLy5/AQKU/p5O1Pkb+/v/Lly6cxY8bo7NmzKbZHRkamObpKSp4emTNnTgUFBVmUL1iwwOJ1YmKiIiIiLMqyZcumggULWgRmzs7OCg8Pl8lksqjbokULJSUlafLkySn6kJiYqNu3b6d9kgAeCiO9AAAAAAAPz84++SmN9z69Mb+n1PDz5O1PUbZs2TR58mT16tVLbdu2VcuWLeXp6SlbW1udPn1aa9asUfbs2TVw4MA02/Dz89O0adP08ccfq3z58goKCtK///5rUScqKkoNGjRQkyZNVLp0abm6uurAgQP6888/1aVLF6Ne+fLltW7dOo0cOVIVK1aUra2tXnvtNVWtWlUBAQGaOXOmTp48qTp16sje3l7nz5/Xxo0bNWDAALVr1+6Rr8O8efMUHh5uBHN79uxRQkKCJCkwMFBubm6P3DbwvCH0AgAAAAA8GvdiUvsZyYvWR4YmT2ks6P3UAy8zT09PrVmzRrNmzdLWrVu1du1amUwmFSlSRB07dlRgYOB993/77bcVFhamjRs3av369apbt65mzJihmjX/b0F+Jycnde7cWTt37tTvv/+uhIQEFSxYUEOHDlXXrl2Nep07d9apU6e0evVqzZs3TyaTSa+99pok6bPPPlPZsmW1aNEijR8/XnZ2dnr55ZfVvHlz1ahR47GuwaxZsxQSEmK83rFjh3bs2CFJatWqFaEXXig2pnvHWuK5cOTIEUnJ39SR8aKjo3X8+HGVKVNGLi4umd0dIFNwHwDcB4AZ94J1iImJ0b///qtixYrJycnpwTvAQmJiomJiYuTk5CQ7O7vM7k6GS8/XB7+H4nnDml4AAAAAAACwOoReAAAAAAAAsDqEXgAAAAAAALA6hF4AAAAAAACwOoReAAAAAAAAsDqEXgAAAAAAALA6hF4AAAAAAACwOoReAAAAAAAAsDqEXgAAAAAAALA6hF4AAAAAAACwOoReAAAAAAAAsDqEXgAAAACAF86wYcPk4+OT2d0A8ARlyewOAAAAAACQUcLCwjRr1ixt3bpVISEhMplMKly4sOrVq6fAwEDly5fvqfRj9erVunHjhrp16/ZUjidJhw8f1m+//aY9e/YoJCREOXLkUMWKFfXee++pWLFiT60fwLOC0AsAAAAAYBX++ecf9ezZUxEREWrZsqUCAgJka2urkydPasmSJdq0aZM2btz4VPqyZs0anT59+qmGXjNmzNCBAwfUrFkzeXh46Nq1a5o/f77atWunRYsWycPD46n1BXgWEHoBAAAAAJ57ERERevvttyVJy5cv1yuvvGKxfdCgQZo+fXpmdC1D3blzR87Ozqlu69atm7799ls5ODgYZS1atJCvr6+mTp2q77777ml1E3gmsKYXAAAAAOC5t2jRIl2+fFlDhw5NEXhJkpubmwYNGpTm/hcvXpSHh4eWL1+eYpuHh4d++OEH43VUVJTGjBkjHx8flS9fXjVq1FBgYKD27dsnSQoMDNS2bdsUEhIiDw8P48PMZDJp7ty58vX1laenp2rWrKmPPvpIYWFhFsf18fFR9+7dtWvXLvn5+cnT01MzZsxI8xwqV65sEXhJUtGiRfXKK6/ozJkzae4HWCtGegEAAAAAnnu///67HB0d1bx58yd+rOHDh2v9+vUKCAhQyZIlFR4erkOHDunEiROqWrWq+vTpo4iICF25ckUffvhhiv0///xzLVu2TG3atFFAQIAuX76sefPm6ciRI1q6dKkcHR2NuufPn9eAAQPk5+en119/XS+99NJD9dVkMun69eus6YUXEqEXAAAAAOC5d/bsWRUrVizFSKcnYdu2berQoUOqgZYkvfrqq/rll18UHh6u1q1bW2w7cOCAFi9erDFjxqhNmzZGeZ06dRQQEKDffvtNHTt2NMrPnz+vH3/8UQ0bNnykvq5atUqhoaHq37//I+0PPM+eqemNUVFRmjhxonr27KkaNWrIw8ND06ZNS7Xu2bNn1aNHD3l5ealatWp6//33df369VTrLl26VC1atJCnp6caN26sOXPmyGQypagXHh6uzz77TDVq1FClSpUUGBioI0eOpNrmgQMH1LlzZ1WsWFG1atXSF198oaioqBT1kpKSNH36dDVs2FCenp5q2bKlVq5c+RBXBQAAAACeXSaTSYevHdaW81t0+NrhVH/XehoiIyOVNWvWp3IsNzc3HTp0SKGhoQ+97/r16+Xi4qI6deooLCzM+ChevLhy586tPXv2WNTPnz//IwdeZ8+e1YgRI1SpUiW1b9/+kdoAnmfP1EivmzdvavLkycqfP7/Kli2rv/76K9V6V65cUUBAgFxdXTVw4EDduXNHM2fO1KlTp1IMBV20aJE+//xzNWnSRG+++aaCgoI0evRo3blzR3379jXqJSUlqVevXjp58qTeeustubu7a+HCheratauWLl2qEiVKGHWPHz+ubt26qXjx4ho6dKhCQ0M1e/ZsBQcHa/bs2RZ9HT9+vKZNmyY/Pz9VqFBBW7Zs0QcffCAbGxu1atUqg68gAAAAADw9JpNJs4/O1rp/1yk2MVaOdo5qUayF3iz/pmxsbJ5qX1xdXVMdiPAkDBkyRMOGDVP9+vVVpkwZ1alTR61bt1bx4sUfuG9wcLCio6NVq1atVLffuHHD4nWhQoUeqY/Xrl1T79695ebmpokTJ8rOzu6R2gGeZ89U6JU3b1798ccfypcvny5evJhmmj1lyhRFRUVp2bJlKlCggCTJ09NTb775ppYuXaqAgABJUkxMjMaPH686depo0qRJkiQ/Pz8lJiZqypQp6tixo9zd3SVJGzZs0MGDBzV+/Hi1aNFCktS8eXM1bdpUEydO1IQJE4zjf/fdd3Jzc9PcuXPl5uYmSSpYsKA++eQTbd++XfXq1ZMkIwzz9/fXF198YRy/S5cuGjt2rFq0aKEsWZ6ptwAAAAAA0u3I9SNa9+86OWVxUv6s+XUr9pbW/btO3vm9VSFPhafal+LFi+vYsWOKi4t7pCmOaYV0iYmJKcqaN28ub29vbdmyRX/99Zfmzp2rmTNnavTo0fL19b3vcZKSkpQjRw6NHz8+1e3ZsmWzeH33oI70ioiIUM+ePRUREaH58+crX758D90GYA2eqemNDg4O6boZ//e//6levXpG4CVJtWrVUtGiRbVhwwajbM+ePbp165Y6depksX9AQIBiYmK0bds2o2zjxo3KmTOnmjVrZpS5u7urefPm2rp1q2JiYiQlD5nduXOnWrZsaQRektS6dWu5uLho/fr1RtnmzZsVHx9vcXwbGxt16tRJ165d0/79+9NxVQAAAADg2XTtzjXFJsYqh2MOSVIOxxyKS4zTtTvXnnpffHx8FBsba/E74cPInj27pORlb+526dKlVOvnyZNH/v7+mjRpkrZt26aCBQsagy2ktEO0woULKzw83Fgq596P8uXLP1L/zWJjY9WnTx8FBwdrypQpKlmy5GO1BzzPnqnQKz1CQ0N148aNVL8RVKhQQceOHTNem/99b91y5crJ1tbWou7x48dVtmxZ2dpaXhJPT0/Fxsbq3LlzkqSTJ08qISEhRZsODg4qU6ZMijYdHBwsHk1r7qd5OwAAAAA8r/I455GjnaNuxd6SJN2KvSUHOwflcc7z1Pvi7++vfPnyacyYMTp79myK7ZGRkWmOrpKSp0fmzJlTQUFBFuULFiyweJ2YmKiIiAiLsmzZsqlgwYIWgZmzs7PCw8NTrHHWokULJSUlafLkySn6kJiYqNu3b6d9kg+QmJio9957T3///bcmTJggLy+vR24LsAbP3dy6q1evSkpO1e+VJ08eRUZGKjo6Wi4uLrp2LfmvC3nz5rWo5+DgoBw5chhtScnznVP7hmDe9+rVqypbtqzRZlrHN4dj5jZz586dIuE37/soix7ezWQyKTo6+rHaQOru3Llj8Rl4EXEfANwHgBn3gnWIjY1VUlKSEhMTU52y9yjK5iyrZkWbaX3wet2OvS0HOwc1L9pcZXOWzbBjpFfWrFk1adIk9enTR23bttVrr72m8uXLy9bWVqdPn9a6deuUPXt2DRgwQFLy71Mmk8min+3bt9eMGTP00UcfqVy5ctq/f7+Cg4MtjhMZGSkfHx81btxYHh4ecnV11cGDB/Xnn3+qc+fORntly5bVunXr9NVXX6lChQqytbVVixYtVLlyZXXu3FkzZ87UyZMn9eqrr8rBwUHnz5/Xxo0b9c4776ht27ZGH6XUp1imZvTo0fr999/VoEEDhYWFacWKFRbb77eudGJiopKSknTnzh0lJSWlWsdkMj31tdqAx/HchV6xsbGSlOocbfNc55iYGLm4uCgmJkb29vap3pSOjo5GW+Z9UmvTXGae3mj+nNbx09OmuZ93130U8fHxjBZ7wu79AQe8iLgPAO4DwIx74fmXJUuWx/495F7+xf3lmcNTN2JuKJdTLpVzL5fhx0ivkiVL6tdff9XcuXP1xx9/aN26dTKZTCpUqJDatm2rTp06Gb/TJSYmymQyGa8l6a233tL169e1ceNGbdiwQbVq1dLEiRPVsGFDJSQkSJJsbW3l5+enPXv26Pfff1dCQoIKFCiggQMHWrTftm1bnThxQqtXr9b8+fNlMpnk4+MjSRo8eLBKliypZcuWacKECbKzs1P+/PnVuHFjVapUyWjDHMrd3cf7Mc882rp1q7Zu3Zpie5MmTdLcNzY2VgkJCRYDOVLzKOulAZnluQu9zIFRXFxcim3mb6xOTk7G5/j4eCUlJaWYthgbG2uxIKCTk1OqbZrL7m7zfsdPT5vmfj7KgoR3s7e3Z372E3Lnzh0FBweraNGicnZ2zuzuAJmC+wDgPgDMuBesQ2xsrC5duiRHR0fj95qM4l3AO0Pbexwvv/yyhg4dqqFDh9633pgxY1KUOTk5adSoURo1apRF+bFjx2QymRQbGytXV1cNGzbsgf1wcnLS2LFj09zu7+8vf3//+7axZcuWBx7nbnPnzn2o+vfKkiWLChcunObvqmfOnHms9oGn7bkLvczTDc3TDO927do1ubq6ysXFRdL/TSO8du2axQL5cXFxunXrlsW0xzx58qTapnkKpLnu3W2mdvx729y5c2eK0M287+M+QcPGxsY4VzwZzs7OXGO88LgPAO4DwIx74flma2srW1tb2dnZyc7OLrO789wxTzG0sbGxyutnZ2cnW1tbOTs7pxmKMrURz5vnbiH7fPnyyd3dXUePHk2x7fDhwypTpozx2vzve+sePXpUSUlJFnVLly6tY8eOpZi7fPjwYTk6Oqp48eKSpFKlSilLliwp2oyLi9Px48dTHD8uLk6nTp2yqHvo0CHjmAAAAAAAAMh4z13oJSXPQ96+fbtCQkKMsl27dik4OFjNmjUzymrUqKEcOXJo4cKFFvsvXLhQjo6OatCggVHWrFkz3bx50+LxtmFhYdqwYYPq169vJN1ubm6qWbOm1qxZo8jISKPuypUrFR0dbXH8hg0byt7e3uL4JpNJixYtUp48eVSlSpUMuBoAAAAAAAC41zM3vXHevHkKDw83HgG7Z88eY8HAwMBAubm5qU+fPtqwYYPeeOMNde3aVTExMZo5c6ZKliwpPz8/oy0nJycNGDBAI0aM0DvvvKO6desqKChIq1at0jvvvCN3d3ejbtOmTVWpUiV9/PHHOnfunHLmzKmFCxcqISFB7777rkUfBw4cKH9/f3Xp0kUdO3ZUaGioZs2apRo1aqh+/fpGvfz586tr166aOXOmkpKSVKFCBW3ZskVBQUEaM2aM7O3tn+CVBAAAAAAAeHE9c6HXrFmzLEZw7dixQzt27JCU/HhVNzc3vfTSS5o3b56+/vprjR8/XlmyZFHdunU1bNiwFAvuBQQEyMHBQbNmzdLWrVuVP39+DRs2TN26dbOoZ2dnp2nTpumbb77R3LlzFRMTI09PT40aNUolSpSwqFuuXDnNnj1b48aN0+jRo+Xi4qJ27dpp8ODBKeY4Dx48WDly5NCiRYu0YsUKFSlSRGPGjFGbNm0y7qIBAAAAAADAgo3JZDJldifw8I4cOSJJ8vT0zOSeWKfo6GhjjTYWa8WLivsA4D4AzLgXrENMTIz+/fdfFStWLMOf3vgiSExMVExMjJycnKxyIfv0fH3weyieN8/lml4AAAAAAADA/RB6AQAAAMALhMk+SA1fF7BGhF4AAAAA8AIwP0grOjo6k3uCZ5H564IHrsGaPHML2QMAAAAAMp6dnZ1y5Mihq1evSpJcXFxSPIgLaUtMTFRsbKwkWdWaXiaTSdHR0bp69apy5MhhVecGEHoBAAAAwAsif/78kmQEX0i/pKQkJSQkKEuWLLK1tb5JUzly5DC+PgBrQegFAAAAAC8IGxsbvfTSS8qbN6/i4+MzuzvPlTt37ujcuXMqXLiwnJ2dM7s7Gcre3p4RXrBKhF4AAAAA8IKxs7Mj5HhISUlJkiRHR0c5OTllcm8ApIf1jckEAAAAAADAC4/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ofQCwAAAAAAAFaH0AsAAAAAAABWh9ALAAAAAAAAVue5Db2Cg4M1aNAg1atXTxUrVlTTpk01btw4hYeHW9Q7e/asevToIS8vL1WrVk3vv/++rl+/nmqbS5cuVYsWLeTp6anGjRtrzpw5MplMKeqFh4frs88+U40aNVSpUiUFBgbqyJEjqbZ54MABde7cWRUrVlStWrX0xRdfKCoq6vEvAAAAAAAAANKUJbM78CguX74sPz8/Zc2aVZ06dZK7u7uOHj2qmTNnau/evVq8eLEk6cqVKwoICJCrq6sGDhyoO3fuaObMmTp16pSWLl0qR0dHo81Fixbp888/V5MmTfTmm28qKChIo0eP1p07d9S3b1+jXlJSknr16qWTJ0/qrbfekru7uxYuXKiuXbtq6dKlKlGihFH3+PHj6tatm4oXL66hQ4cqNDRUs2fPVnBwsGbPnv30LhgAAAAAAMAL5rkMvVauXKnw8HDNmzdPHh4ekqQOHTrI2dlZc+bM0dmzZ1WiRAlNmTJFUVFRWrZsmQoUKCBJ8vT01JtvvqmlS5cqICBAkhQTE6Px48erTp06mjRpkiTJz89PiYmJmjJlijp27Ch3d3dJ0oYNG3Tw4EGNHz9eLVq0kCQ1b95cTZs21cSJEzVhwgSjn999953c3Nw0d+5cubm5SZIKFiyoTz75RNu3b1e9evWezgUDAAAAAAB4wTyX0xsjIiIkSXny5LEoN792cnKSJP3vf/9TvXr1jMBLkmrVqqWiRYtqw4YNRtmePXt069YtderUyaK9gIAAxcTEaNu2bUbZxo0blTNnTjVr1swoc3d3V/PmzbV161bFxMRIkiIjI7Vz5061bNnSCLwkqXXr1nJxcdH69esf5xIAAAAAAADgPp7LkV7VqlXTjBkz9NFHH+mdd95Rrly5dOTIEc2cOVO+vr4qUKCAQkNDdePGDZUvXz7F/hUqVNDvv/9uvD527Jgkpahbrlw52dra6tixY2rXrp2k5CmLZcuWla2tZV7o6empxYsX69y5cypbtqxOnjyphISEFG06ODioTJkyxjEfh8lkUnR09GO3g5Tu3Llj8Rl4EXEfANwHgBn3AsB9ICX/DmpjY5PZ3QDS7bkMverVq6d33nlH06dP19atW43yzp0769NPP5UkXb16VVLK0WDmssjISEVHR8vFxUXXrl2TJOXNm9einoODg3LkyGG0JUnXrl2Tl5dXijbN+169elVly5Y12kzr+OfOnXuoc05NfHy8jh8//tjtIG3BwcGZ3QUg03EfANwHgBn3AsB94ODgkNldANLtuQy9JKlQoULy8vJSkyZNlDdvXu3Zs0fz58+Xs7OzPvjgA8XGxkpK/YY0L2AfExMjFxcXxcTEyN7ePtXE2tHR0WjLvE9qbZrLzNMbzZ/TOv7dbT4qe3t7lSxZ8rHbQUp37txRcHCwihYtKmdn58zuDpApuA8A7gPAjHsB4D6QpDNnzmR2F4CH8lyGXmvXrtUnn3yidevWqVChQpKkRo0aydXVVT/99JNat25tBFtxcXEp9jcHTua1v5ycnBQfH6+kpKQU0xZjY2MtnvLo5OSUapvmsrvbvN/x727zUdnY2MjFxeWx20HanJ2ducZ44XEfANwHgBn3AvBi3wdMbcTz5rlcyH7BggUqXbq0EXiZNWrUSCaTSQcOHDCmG5qnGd7t2rVrcnV1Nb5Rmacg3ls3Li5Ot27dspj2mCdPnlTbNE+BNNdNq01z2b1TKQEAAAAAAJBxnsvQ6/r160pMTExRbi5LTExUvnz55O7urqNHj6aod/jwYZUpU8Z4bf73vXWPHj2qpKQki7qlS5fWsWPHlJSUlKJNR0dHFS9eXJJUqlQpZcmSJUWbcXFxOn78uEWbAAAAAAAAyFjPZehVrFgxnTx5UqdPn7YoX7VqlaTkpy5KUpMmTbR9+3aFhIQYdXbt2qXg4GA1a9bMKKtRo4Zy5MihhQsXWrS3cOFCOTo6qkGDBkZZs2bNdPPmTW3YsMEoCwsL04YNG1S/fn1jWqObm5tq1qypNWvWKDIy0qi7cuVKRUdHWxwfAAAAAAAAGeu5XNOrR48e+vPPP9WlSxd16dJFuXPn1u7du7VhwwbVrl3beLpinz59tGHDBr3xxhvq2rWrYmJiNHPmTJUsWVJ+fn5Ge05OThowYIBGjBihd955R3Xr1lVQUJBWrVqld955R+7u7kbdpk2bqlKlSvr444917tw55cyZUwsXLlRCQoLeffddi34OHDhQ/v7+6tKlizp27KjQ0FDNmjVLNWrUUP369Z/KtQIAAAAAAHgRPZehl7e3txYvXqwffvhBS5YsUVhYmPLmzauePXuqf//+Rr2XXnpJ8+bN09dff63x48crS5Ysqlu3roYNG5ZiIfmAgAA5ODho1qxZ2rp1q/Lnz69hw4apW7duFvXs7Ow0bdo0ffPNN5o7d65iYmLk6empUaNGqUSJEhZ1y5Urp9mzZ2vcuHEaPXq0XFxc1K5dOw0ePJgFAAEAAAAAAJ4gG5PJZMrsTuDhHTlyRJLk6emZyT2xTtHR0cbaay/qk1kA7gOA+wAw414AuA8kfg/F8+e5XNMLAAAAAAAAuB9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HUIvAAAAAAAAWB1CLwAAAAAAAFgdQi8AAAAAAABYnSyPstPp06e1Z88enTp1Sjdu3JCNjY3c3d3l4eGh6tWrq2TJkhndTwAAAAAAACDd0h16xcXFacmSJVq0aJHOnDkjk8mUaj0bGxuVLFlSnTp10uuvvy4HB4cM6ywAAAAAAACQHukKvdatW6dvv/1Wly5dUqVKlfTuu+/Ky8tLRYsWVY4cOWQymXTr1i0FBwfr4MGD2r59u0aMGKEZM2Zo8ODBatGixZM+DwAAAAAAAMCQrtDrgw8+UPv27fXWW2+pSJEiqdbJnz+/8ufPrxo1aqhv374KDg7WrFmzNHToUEIvAAAAAAAAPFXpCr3Wr1+vQoUKPVTDRYsW1YgRI9SzZ89H6hgAAAAAAADwqNL19MaHDbwyal8AAAAAAADgUaQr9AIAAAAAAACeJ+l+eqNZVFSU5s+fr23btunff/9VRESE3NzcVKxYMfn4+Khz585ycXF5En0FAAAAAAAA0uWhQq+zZ8+qZ8+eunz5skwmk7JmzapcuXIpMjJSBw4c0MGDB7Vw4ULNmDFDxYoVe1J9BgAAAAAAAO4r3aFXfHy8BgwYoNDQUHXv3l0dO3a0WK/rwoULWrRokebMmaMBAwZo+fLlsre3fyKdBgAAAAAAAO4n3Wt6bdy4UWfPntXIkSM1ePDgFAvUFypUSEOGDNGXX36p06dPa9OmTRneWQAAAAAAACA90h16bd68WR4eHmrTps1967Vr104eHh6EXgAAAAAAAMg06Q69Tpw4obp166arbt26dXX8+PFH7hQAAAAAAADwONIdel2/fl0FCxZMV92CBQvq+vXrj9yp9Dp27Jj69u2r6tWrq2LFimrRooWmT59uUefAgQPq3LmzKlasqFq1aumLL75QVFRUiraSkpI0ffp0NWzYUJ6enmrZsqVWrlyZ6nFDQ0P13nvvqWrVqvLy8lKfPn3033//pVp3y5YtateunSpUqKB69erp+++/V3x8/OOfPAAAAAAAANKU7oXso6Oj5eLikq66zs7Oio6OfuROpceOHTvUp08flS1bVn379pWLi4suXLigK1euGHWOHz+ubt26qXjx4ho6dKhCQ0M1e/ZsBQcHa/bs2RbtjR8/XtOmTZOfn58qVKigLVu26IMPPpCNjY1atWpl1IuKilLXrl0VERGhXr16yd7eXnPmzFFAQIBWrVold3d3o+727dv19ttvq2rVqvrkk0906tQpTZ06VdevX9dXX331RK8PAAAAAADAiyzdoVdSUtJDNWwymR66M+kVGRmpoUOHqn79+po4caJsbVMfsPbdd9/Jzc1Nc+fOlZubm6TkUWiffPKJtm/frnr16kmSEYb5+/vriy++kCT5+fmpS5cuGjt2rFq0aKEsWZIv1YIFCxQcHKzFixerUqVKkqQ6derI19dXM2bM0AcffGAcf+zYsXrllVc0e/ZsY/+sWbNq6tSpeuONN/TKK688kesDAAAAAADwokt36CUlT9ULCQl5YL0nvZ7X6tWrdf36dQ0cOFC2traKioqSs7OzRfgVGRmpnTt3qkuXLkbgJUmtW7fWqFGjtH79eiP02rx5s+Lj49WpUyejno2NjTp16qT3339f+/fvV/Xq1SUlP8WybNmyRuAlSSVKlFDNmjW1YcMGI/Q6c+aMzpw5o48//tgIvCSpc+fOmjJlijZs2EDoBQAAAAAA8IQ8VOi1YcMGbdiwIV11bWxsHqlD6bFr1y65uroqNDRU/fr1U3BwsJydndWyZUt9/PHHcnZ21smTJ5WQkKDy5ctb7Ovg4KAyZcro2LFjRtnx48fl4OAgDw8Pi7oVKlQwtlevXl1JSUk6efJkqk+w9PT01I4dO3T79m1lz57daP/e4+fLl0/58+e3OD4AAAAAAAAyVrpDr19++eVJ9uOhBAcHKzExUf369dPrr79ujMb6+eefFRYWph9//FHXrl2TJOXJkyfF/nny5NG5c+eM19euXVPu3LlTBHXmfUNDQyVJt27dUlxcXJptStLVq1eVPXv2Bx7/6tWrj3LqFkwm0xNfO+1FdefOHYvPwIuI+wDgPgDMuBcA7gMp+XfQJznABcho6Q69qlWr9iT78VCio6N1584d+fv765NPPpEkNWnSRJI0Z84cnThxQjExMZKSR3bdy9HRUbGxscbrmJiYNOtJMuqaP9+vrvm4Dzr+7du303Oq9xUfH//Ep5K+6IKDgzO7C0Cm4z4AuA8AM+4FgPsgtd9xgWfVQ01vfFY4OTlJklq2bGlR7uvrqzlz5mj//v3KlSuXJCkuLi7F/rGxsUZIZW4vrXrS/wVa5s/3q2vum/lzeo7/qOzt7VWyZMnHbgcp3blzR8HBwSpatKicnZ0zuztApuA+ALgPADPuBYD7QEpeuxp4nqQ79Lp165ZCQkJUvHhxixvcZDJp+vTpWrZsmUJDQ1WyZEm9//77qlmz5hPpsCTlzZtXp0+fNoIts9y5c0uSwsPDVbp0aUkyphne7dq1a8qbN6/xOk+ePNq5c6eSkpIsFsM375svXz5JUo4cOeTg4JBmm+a+mds0lxcqVChF3bJlyz7EGafOxsZGLi4uj90O0ubs7Mw1xguP+wDgPgDMuBeAF/s+YGojnje2D66SbPr06XrjjTdSlI8bN07jx4/X+fPn5ejoqKNHj6p37946efJkhnb0buXKlZP0f2ttmV25ckWS5O7urlKlSilLliw6evSoRZ24uDgdP35cZcqUMcrKlCmjuLg4nTp1yqLuoUOHJMkI0GxtbVWqVKkUbUrS4cOH9fLLLyt79uxGm5JS1A0NDdWVK1csjg8AAAAAAICMle7Q68CBA6pTp47FKK+IiAj98ssvypEjh9auXas9e/bol19+kZ2dnebMmfMk+itJat68uSRp6dKlFuW//vqrbG1tVbNmTbm5ualmzZpas2aNIiMjjTorV65UdHS0mjVrZpQ1bNhQ9vb2WrhwoVFmMpm0aNEi5cmTR1WqVDHKmzZtqmPHjhmBmCSdO3dOu3fvtmjzlVdeUfHixbVkyRIlJCQY5eZjNG3a9HEvAwAAAAAAANKQ7umNFy9eVN26dS3Kdu3apbi4OPXt21fFixeXlLzgva+vr3bt2pWxPb1L2bJl1b59ey1btkwJCQmqXr269u/frzVr1igwMFCFCxeWJA0cOFD+/v7q0qWLOnbsqNDQUM2aNUs1atRQ/fr1jfby58+vrl27aubMmUpKSlKFChW0ZcsWBQUFacyYMbK3tzfqdu7cWUuWLFHfvn311ltvKUuWLJozZ47c3d3VvXt3i35+8MEHRr2WLVvq9OnTmjdvntq1aycPD48ndn0AAAAAAABedA+1ptfd62BJydP/bGxs9Oqrr1qUe3h4aOXKlRnTwzR88cUXevnll7V8+XJt2bJF+fPn1/vvv68ePXoYdcqVK6fZs2dr3LhxGj16tFxcXNSuXTsNHjw4xVzkwYMHK0eOHFq0aJFWrFihIkWKaMyYMWrTpo1FPVdXV82dO1ejRo3STz/9pKSkJFWrVk3Dhg0z1hQza9CggX744QdNnjxZX375pXLkyKFevXrp7bfffmLXBQAAAAAAAA8ReuXIkUM3btywKDt06JCyZMmSYn0qJycniwXhnwR7e3v1799f/fv3v289b29vi2mLabG1tVWvXr3Uq1evB9bNnz+/Jk6cmK5+NmrUSI0aNUpXXQAAAAAAAGSMdCdTRYoU0bp165SYmChJunr1qg4dOqTy5ctbTP+TpEuXLqV4siIAAAAAAADwtKR7pFfHjh01ZMgQde7cWVWqVNG2bduUkJCgVq1apai7d+9elSxZMkM7CgAAAAAAAKRXukOv1157TVu3btW6deuMJxc2aNBAHTp0sKgXHBysoKAgffjhhxnbUwAAAAAAACCd0h162dra6rvvvlP37t3133//qVChQvL09Ey13qRJk1SlSpUM7SgAAAAAAACQXukOvczKlSuncuXKpbm9cOHCKly48GN1CgAAAAAAAHgcT/YRiwAAAAAAAEAmSPdIr65du6a5zcbGRk5OTipUqJAaN26s6tWrZ0jnAAAAAAAAgEeR7tBr79696ao3f/58tW/fXl999dUjdwoAAAAAAAB4HOkOvbZs2XLf7Xfu3NHZs2c1b948LVu2TN7e3mrTps3j9g8AAAAAAAB4aOkOvQoUKPDAOiVLlpSPj4/atWunZcuWEXoBAAAAAAAgU2T4Qvb29vZq3ry5Tp48mdFNAwAAAAAAAOnyRJ7emDt3bkVHRz+JpgEAAAAAAIAHeiKh1/nz55UjR44n0TQAAAAAAADwQBkeel29elVLly5VpUqVMrppAAAAAAAAIF3SvZD9b7/9dt/t5qc3rlu3TuHh4erWrdtjdg0AAAAAAAB4NOkOvYYNGyYbG5v71jGZTHJxcdFXX30lb2/vx+4cAAAAAAAA8CjSHXq9/fbb9w29HB0dVahQIb366qtyc3PLkM4BAAAAAAAAjyLdodc777zzJPsBAAAAAAAAZJgn8vRGAAAAAAAAIDOlK/S6fPnyIx/gcfYFAAAAAAAAHkW6Qq8mTZpo1KhRunTpUrobvnDhgkaMGKGmTZs+cucAAAAAAACAR5GuNb2+/PJLfffdd5o3b56qVaum+vXrq2LFiipSpIiyZ88uSbp165aCg4N18OBBbdu2Tfv371eePHk0YsSIJ3oCAAAAAAAAwL3SFXq1adNGTZs21aJFi7Ro0SJ9/fXXaT7J0WQyqUiRIho6dKg6duwoZ2fnDO0wAAAAAAAA8CDpfnqjs7Oz3nzzTb355ps6evSo9uzZozNnzigsLEyS5O7urldeeUXVqlVT+fLln1iHAQAAAAAAgAdJd+h1t/LlyxNsAQAAAAAA4JmVroXsAQAAAAAAgOcJoRcAAAAAAACsDqEXAAAAAAAArA6hFwAAAAAAAKwOoRcAAAAAAACsDqEXAAAAAAAArA6hFwAAAAAAAKxOloxo5L///tPu3bsVGRmpcuXKqUaNGhnRLAAAAAAAAPBI0h16mUwmjR07VsuWLZO9vb0CAwPVp08f/fzzz/rmm2+UmJgok8kkGxsb1a9fXz/88IPs7OyeZN8BAAAAAACAVKU79Fq2bJlmz56tLFmyyNHRURMmTJCrq6u+/vpr1axZU3Xr1lVCQoI2bdqkbdu2ae7cuerWrdsT7DoAAAAAAACQuocKvYoWLarFixcrW7Zs+uijj/Ttt9+qXr16mjJlilGve/fu6tChg1atWkXoBQAAAAAAgEyR7oXsz58/r7Zt2yp79uyysbFR165dFRMTo+bNm1vUs7GxUbNmzfTvv/9meGcBAAAAAACA9Eh36BUWFqZ8+fIZr/PmzWvx+W65c+dWTExMBnQPAAAAAAAAeHjpDr1MJpPFwvS2tmnvamNj83i9AgAAAAAAAB5DukMvKfUwi4ALAAAAAAAAz5p0L2QvSVOnTtXy5cslSfHx8bKxsdHYsWOVI0cOi3rXrl3LsA4CAAAAAAAAD+uhQq/Tp0/r9OnTFmXHjh1LtS4jwAAAAAAAAJBZ0h16nThx4kn2AwAAAAAAAMgwD7WmFwAAAAAAAPA8IPQCAAAAAACA1Un39MYpU6Y8VMM2Njbq3bv3Q3cIAAAAAAAAeFzpDr2+//77h2qY0AsAAAAAAACZJd2h1y+//PIk+wEAAAAAAABkmHSHXtWqVXuS/QAAAAAAAAAyTLpDL7OjR4/q/Pnzypkzp7y9vWVvb/8k+gUAAAAAAAA8snSHXnFxcerfv7/+/PNPo6xQoUKaOXOmChUq9EQ6BwAAAAAAADwK2/RWnDlzpv744w95eHioW7duqlevns6fP6/PPvvsSfYPAAAAAAAAeGjpHum1fv16eXp6atGiRbKzs5Mkffvtt5o5c6Zu3rypnDlzPrFOAgAAAAAAAA8j3SO9Lly4oNdee80IvCSpbdu2MplM+u+//55I5wAAAAAAAIBHke7Q686dO8qVK5dFmbu7uyQpJiYmY3sFAAAAAAAAPIZ0h173YzKZMqIZAAAAAAAAIEOke00vSdqyZYtCQkKM13fu3JGNjY1Wr16tQ4cOWdS1sbFR7969M6aXAAAAAAAAwEN4qNBrw4YN2rBhQ4ry5cuXpygj9AIAAAAAAEBmSXfo9csvvzzJfgAAAAAAAAAZJt2hV7Vq1Z5kPwAAAAAAeOYcP35cbdq00cGDBx+5jWnTpunWrVv64IMPMrBneNG99dZb6tGjh2rVqpXZXXlmZchC9gAAAAAAZJSgoCD16NFDVatWlbe3t1q1aqXp06crLi4us7v20CIiIjR79mz16NHDKAsNDVXPnj1VqVIl1a9fX7/++mua+8fFxSkwMFA1a9ZU5cqV1axZMy1evDhFnTFjxqh27dry8vKSr6+vLl68aGyfM2eOGjZsKC8vL3Xt2lX//fefsW379u3y9fVV1apVVa1aNb355ps6efKksT0qKkqfffaZateura5du2ry5Mm6c+eOsX3MmDFq2rSpvLy85OPjo6lTp1r065NPPpGPj4+8vLzUrFkzLV261KLvgYGBKl++vLy8vIyP0NBQY/v3338vX19flS1bViNHjkxxfT799FM1bdpUpUuX1pw5cyy2XblyRf7+/qpevbqqVKmi1q1ba9OmTcb2f/75R+3atVO1atXk7e0tf39/7du3z9i+YsUKvf7666pSpYpq166tjz76SOHh4RbHOHPmjLp37y4vLy9Vq1ZNH330kbEtMjJSQ4cOVc2aNVWtWjV1795d58+fN7ZPnTpVDRs2VOXKlfXqq69q2LBhFu0PGzYsxbW5O3zt06ePxo4dm+Ka4P8QegEAAAAAnhlbt25Vz549Vbt2bW3cuFFBQUEaP368zp49q2vXrmV29x7aypUrVbVqVbm7uxtl77//vnLnzq2dO3dqwoQJGjt2rPbu3Zvq/nZ2dvrkk0/0559/6sCBA/rhhx80YcIEBQUFGXU+/PBDnT9/XsuWLdOBAwf0/fffK1u2bJKkNWvWaPbs2Zo2bZr27t0rLy8v9enTR4mJiZKkMmXKaObMmdq3b5927typevXqqX///kbbY8aM0cWLF7V27Vr99NNPCgsL06hRo4ztjo6O+uGHHxQUFKTp06dr8eLFRiiXkJCgPHnyaM6cOTpw4IC+/vprjRkzRjt27LA4x8GDB+vgwYPGR758+YxtRYoU0eDBg+Xj45Pq9SldurSGDx+uChUqpNiWLVs2jR49Wrt27dL+/fv1+eefa8iQIbpw4YIk6eWXX9akSZO0Z88e7du3T2+99ZZ69eqlmJgYSckP7xsyZIh27typNWvW6Nq1a/riiy+M9kNDQ/XGG2+oWbNm2rVrl3bs2KGAgABj+4QJE/Tvv/9q7dq12rFjhwoUKKAhQ4YY25s2barffvtNBw4c0MaNGxUfH68xY8ZYnEOnTp0sro2Xl5exrWrVqgoPD9f+/ftTvTYg9AIAAAAAPCNMJpO++uor9ezZU926dTOCohIlSujrr79WgQIFJCWHJLVr11blypXVrl077d6922hj+fLlat26tSZPnqyaNWuqVq1aFiOAjh07pk6dOqlatWqqUaOGBg0apJs3bxrbw8PD9e6778rb21vNmjWzGPkjSWvXrlXLli3l5eWl+vXr6/vvv5fJZErznH7//XdVr17deH3+/Hnt379f77//vlxcXFSxYkX5+vpq2bJlqe5vZ2cnDw8PZcmSvDqRjY2NbGxsjNFap0+f1pYtWzRq1Cjly5dPNjY2KlGihBF6bdq0Se3atVOJEiVkb2+v/v3768KFC0ZoljdvXuXNm9e4/nZ2dgoJCVF8fLyxf8+ePZU9e3ZlzZpV7dq108qVK41g6L333tMrr7wiOzs7lShRQo0bNzZCGBcXF7377rsqXLiwbGxsVKlSJVWvXv2hQpq2bduqXr16cnV1TXV7QECAatasKUdHxxTbXFxcVKxYMdna2spkMsnW1laJiYkKCQmRJOXMmVMFChSQjY2NsT06OtoIVzt37qzq1avL0dFROXLkkL+/v0Xf58yZoxo1asjPz09OTk5ycHBQuXLljO0XLlyQj4+P3N3d5eDgoNatW+vUqVPG9qJFi8rNzc14fff7mh42NjaqUaOGfv/993Tv86Ih9AIAAAAAPBOCg4N18eJFtWzZ8r71atasqfXr12vPnj1q0aKF3n33XUVGRhrbz5w5I2dnZ/3xxx8aP368vvnmG2Nama2trd5//3399ddfWrNmjUJDQzVu3Dhj36+++koRERH6/fff9fPPP+u3336zOHb27Nk1adIkHThwQD/99JN+/fVXrV69Os2+Hj9+XMWLFzdenzx5Unny5FHu3LmNsjJlylhMKUxN79695enpqRYtWihXrlxq3LixJGnv3r0qUKCAvv/+e9WoUUNNmjTR9OnTjf1MJlOKUM5kMlkc79KlS/L29laFChU0cuRI9erVS/b29pKkpKSkFPvGxsYqODg4RR9NJpP27dsnDw+PVM8hNjZWhw8fTrH9p59+UrVq1dSmTZsU1zsj+Pr6ytPTUx07dlTlypXl7e1tsd3b21vly5fX22+/rTZt2qhQoUKptnPvue3bt08uLi7GFMrOnTvr0KFDxvYuXbpox44dunbtmmJiYrRixQo1aNDAos3Vq1ercuXKqlKlijZv3qzu3btbbF+5cqWqVaum1157TbNmzUrxfpQsWVInTpx4pOvyIkj3QvYAAAAAADxJYWFhkmQxvS017du3N/7do0cPTZ06VSdPnlSVKlUkJY/geeuttyRJ1atXV4ECBXT8+HEVLlxYpUuXNvbNnTu33nzzTWNdpMTERK1bt04LFixQtmzZlC1bNvXo0UMDBw409qldu7ZcXFwkJYdVr732mvbu3atWrVql2tfw8HCLUUpRUVHGKCwzNzc3RUVF3fecp06dqsTERO3fv1979+6Vk5OTJOn27ds6c+aM6tevr+3bt+v8+fN66623lCdPHrVp00b16tXThAkT9Nprr6lIkSKaOHGiEhMTLULCl19+WUFBQYqMjNRvv/2m/PnzG9vq16+vqVOnysPDQ+Hh4Vq+fLkkWexv9v333ysmJkadOnVKsc1kMunjjz9WkSJF1KRJE6N80KBBKlmypJycnLR792699957ypo1qxHqZYTVq1crLi5Of/31l86dOyc7OzuL7UFBQYqJidHGjRvTXDdu+/btWrJkiRYsWGCU3b59W2vWrNGMGTPk6empX3/9Vb1799bGjRuVPXt2lS5dWq6urqpdu7bs7OxUpEgRzZ4926JdX19f+fr66tKlS1q6dKlF4BYYGKgPPvhA2bNn15EjR/Tee+/J1tZW3bp1M+q4urrq9u3bGXCVrBMjvQAAAAAAT9U/N/7Rd/u/03u/v6exe8fq76t/S0oOqyRZLGR+r6SkJI0fP15NmjQxRu1ERERYTFHMlSuXxT7Ozs5GqPTff/+pb9++xvTIIUOGGPvevHlT8fHxevnll4197/63JO3cudNicfRFixZZHPte2bJlswiIsmbNqoiICIs6kZGRypo1a5ptmNnZ2alatWq6ceOGZsyYISl5Cp+dnZ3effddOTo66pVXXlH79u21detWSVK7du3UqVMn9evXT3Xr1lViYqJKliypHDlypGjf1dVVnTt31kcffWSse/XRRx/ppZdeUuvWrfXBBx8Yo6TM75XZtGnTtHbtWs2aNcsIBc1MJpOGDx+uf//9Vz/++KNsbf8vivDy8pKbm5vs7e1Vp04d/T/27js+p/Px//grWyJW7FXUiC1TYu9RajSlqFKjtT5KNdUqxYeWmlGjRilKbWq3FB9b0IiKVmhRm4gZmXfG+f3hl/N1S4y2WnV7Px+PPPQ+1znXuc45Ob1zv+/ruk67du347rvvHnku/ihnZ2fq1avHgQMHWLduXYbyLFmy0KpVK+bPn281XxpAaGgoH3zwAdOmTbPq6eXm5kbDhg3x9fXF2dmZN954AxcXF3766ScA+vXrh7u7OwcPHuSnn36iffv2vP7661YPAkhXqFAh6tatS+/evc1lFSpUwMPDAwcHB7y8vHj77bcznJvY2Fhy5MjxV06NTVPoJSIiIiIiIv+YsCthjNo/iu3ntnMx7iJ7Lu5hzMEx7LqwixIlSlC4cGE2btz4wO3Xr1/P+vXrmTVrFocOHSIsLMxqXqRHGT58OPnz5+e7774jPDyc8ePHm8P/cuXKhZOTE5cuXTLXv/e/U1JSCA4Opl27duzevZtDhw7Rvn37h87pVa5cOU6fPm2+9vT05OrVq1y/ft1cFhkZSZkyZR77GFJSUsy5n+7tuZYZOzs7evfuzZYtW9i/fz89evTg/Pnz+Pv7Z7p++vDF9HmvcuTIwWeffcbu3buZOXMmBQoUIG/evJQoUcLc5ssvv2Tp0qV8/fXXVr3E0usbMWIEERERzJ0795HX6t5A7O9w77l7nPLQ0FD69+/PhAkTqFatmtW6jzr3kZGRtG/fnhw5cuDs7Eznzp2Jiori5MmTD9z3vfOp3S+zc3Py5MlHtuN5ptBLRERERERE/hFpRhrLf11OrCWWF7K9QH63/BTNVpTElESWn1hOSloKQ4cO5csvv2ThwoVmD6rff/+dwYMHc/HiRWJjY3FyciJXrlwkJyczbdq0Rw4NvFd6ryp3d3cuX75s9piCuz2pmjZtyuTJk4mJiSEqKoqvvvrKLE9OTsZisZAzZ06cnZ05cuQIGzZseOj+0nsXpXvhhRfw8fEhJCSEhIQEIiIiWL9+PW3atMl0+8jISPbu3UtiYiIpKSns2LGD9evXU7NmTeDuE/yKFSvGF198QXJyMqdPn2b16tU0aNAAuDu88vTp0xiGQVRUFIMHD6Zhw4aULl0auDsx/9mzZ0lLSyMmJoZRo0bh6upqTsh+/vx5rl27hmEYnD59mvnz5/POO++YAczs2bNZvHgxX3/9tfmggXuNHDmS8PBw5s6dm6FHUkxMDDt37iQhIYHU1FRCQ0NZunSp1fDH5ORkkpKSSE1NJS0tjaSkJKtQyGKxkJSURFpaGqmpqSQlJZGSkgLcne/s8OHDWCwWLBYL3377LQcOHKB69erA3SeFHj9+nJSUFBISEpg5cyZXrlwxA8EDBw7Qr18/xo0bR61atTIcW9u2bdm2bRtHjhwhNTWVJUuWYLFYzCcsenl5sWLFCmJjY0lJSWHx4sU4OztTrFgxAJYsWWKGn+fPn2fixIkEBgaa86l99913xMbGYhgGR48eZfbs2VbnJr2N988TJv9Hc3qJiIiIiIjIP+Jm4k3O3zlPziw5sbOzA+72RPLI4sHV+KtcibtCvXr1mD17NjNmzGDy5MkA5vC6vHnz8sorrxAaGkq9evVwd3fnzTffzNC76GEGDRrE8OHDWbx4McWLF6dly5ZWPW+GDh3K0KFDqVevHnnz5uX111/n559/Bu4Okxw0aBBDhw4lPj6eqlWr0qxZMy5fvvzA/bVq1Yrp06dz8+ZNc0hgSEgIQ4YMoVq1auTIkYOBAwdStWpVc5vmzZvTs2dPWrZsSUpKCiEhIfz+++/Y2dlRuHBhBg0aRIsWLYC7Qd2MGTMYNmwY/v7+eHh40LlzZ3OOsZiYGPr27culS5fImjUrLVq04L333jP3dfHiRSZOnMiNGzdwdXWlcuXKzJs3z+yRdeLECUaOHMnt27fJlSsXrVq1ol27dub2EyZMwMnJyWpOM19fX+bMmcPFixfNoKd+/fpmeYsWLRg5ciQpKSlMmzaNU6dOAZjH9tJLL1ldj9WrV5uvv/nmG1555RXGjBkDQPfu3Tl48CBwd26ucePG0bdvX9555x0SEhL45JNPuHDhAo6OjhQvXpyQkBBziObNmzcZM2YMV69exdnZmTJlyjBr1ixeeOEFAKZNm0ZsbKzVnG4Ahw8fBu5OgD906FAGDBjAzZs38fT0ZNasWeacbZ999hmjR4+mYcOGpKSkUKJECaZPn26Wh4aGMmXKFBISEsiRIwd16tTh3XffNfezaNEihg0bRmpqKvny5aNDhw7mXHXpx+vu7p5hYn75P3bGw/phyr/W0aNHAahUqdJTboltio+PJzIyknLlymUYjy7yvNB9IKL7QCSd7gV5UuKT4+m1tRfJqcnkdv2/ebduJd0izUhjSv0p5HHN85Aanp6/ch/MmjWLmJgYBg4c+De17p+hz6H/Lt27d6dbt27UqFHjaTflX0s9vUREREREROQf4ebkRo1CNVh/ej1ZHLPg5uhGQkoCtxJvUbdo3X9t4PVX9ezZ82k3QWzQvUNvJXMKvUREREREROQf83q514lOiOanqz9xLeEazg7OeOf3pmvFrk+7aSJiYxR6iYiIiIiIyD8mm3M2hgQM4cTNE1yJu0Ie1zyU8yiHg73D026aiNgYhV4iIiIiIiLyj7Kzs6OsR1nKepR92k0RERtm/7QbICIiIiIiIiIi8qQp9BIREREREREREZuj0EtERERERERERGyOQi8REREREREREbE5Cr1ERERERERERMTmKPQSERERERERERGbo9BLRERERERERERsjkIvERERERERERGxOQq9RERERERERETE5ij0EhERERERERERm6PQS0REREREREREbI5CLxERERERERERsTkKvURERERERERExOYo9BIREREREREREZuj0EtERERERERERGyOzYRe69atw9PTk0qVKmUoO3XqFG+99Rbe3t5UrVqV4OBgrl27lmk9K1eupFmzZlSqVIlGjRoxf/58DMPIsF5MTAzDhg0jMDAQLy8vOnXqxNGjRzOtMzw8nNdff50qVapQvXp1RowYQVxc3F87YBEREREREREReSCbCL3i4uIYP348bm5uGcquXLlCx44dOXPmDAMGDKB79+7s3r2brl27kpSUZLXu0qVLGTJkCCVLlmTYsGH4+Pjw2WefMXPmTKv10tLS6NGjB+vXr6djx44MHDiQmzdv0rlzZ06dOmW1bmRkJF26dCE+Pp4PP/yQtm3bsmrVKvr27fvkT4SIiIiIiIiIiADg+LQb8CTMmDGDrFmzEhAQwObNm63KZs6cSVxcHKtWraJw4cIAVKpUia5du7Jy5Uo6duwIQGJiIpMmTaJWrVpMnToVgLZt25KamsrMmTNp164dHh4eAGzatInDhw8zadIkmjVrBsBLL71EkyZNmDJlCpMnTzb3HxISQrZs2Vi4cCHZsmUDoEiRInz88cfs3LmTOnXq/L0nR0RERERERETkOfTM9/Q6c+YM8+fP56OPPsLRMWOG98MPP1CnTh0z8AKoXr06xYsXZ9OmTeayAwcOcOvWLTp06GC1fceOHUlMTGTHjh3mss2bN5MrVy6aNm1qLvPw8OCll15i+/btJCYmAhAbG8u+fft4+eWXzcALoFWrVri5ufH999//5eMXEZGna9iwYSxatOhpN0OeM+vWrSM4OPhpN0NERETkX+2ZD71Gjx5NQEBApj2moqKiuH79OhUrVsxQVrlyZY4dO2a+Tv/v+9etUKEC9vb2VutGRkZSvnx57O2tT1+lSpVISkri9OnTAJw4cYKUlJQMdTo7O1OuXDmrOkVEnmedOnWiYsWKeHt7mz/PQpB09uxZdu7cSdu2bc1lp06don379lSpUoUmTZqwbdu2h9bxqPUtFgtjx46lZs2aeHt706JFCy5cuADA1atX6dWrFzVr1sTT05PIyEirbVevXk2bNm3w9fWlZs2aDB48mJiYGKt1li5dSt26dfHy8qJHjx5cvXrVLEufDzP9p1KlSpQtW5YbN2481vZfffUVLVq0wMfHh9q1azN27FgsFkuGc2AYBh06dMDT09OqfefOneOtt97C39+fWrVqMXv2bKvtfv75Zzp06ICPjw8NGjRgzZo1VuVDhw6lSZMmlC1blvnz51uVXblyhfbt2xMQEICvry+tWrViy5YtZvmFCxfw9PSkevXqdO3alerVq9OrVy+rOlasWEGTJk3w9vamadOmrF+/3ix71LUB2Lp1K40bN6ZKlSp06NDBaoqEAwcO4OnpaXX+R44caZa//PLLHD16VH9LiIiIiDzEMz28cceOHezdu5e1a9dmWp7+h3fevHkzlOXNm5fY2Fji4+Nxc3MjOjoagHz58lmt5+zsTM6cOa3+iI+Ojsbb2ztDnenbXr16lfLly5t1Pmj/6eHYn2UYBvHx8X+pDslcQkKC1b8iz6N/8j5ITU2lf//+5pDzdPf/Py45ORknJ6e/vT2Pa+HChTRq1IiUlBRSUlJITk6mZ8+eNG3alBkzZnDgwAGCg4NZunQpL7zwQobtH2f9jz76iKSkJL755hvy5s3LmTNncHJyIj4+nqSkJAIDA+nWrRudOnUiMTHR6pzdvn2bfv36UalSJRITExkyZAhDhw7ls88+A+DgwYOMHz+e6dOnU6pUKcaOHct7773Hl19+CcCUKVOs2jtmzBjOnj1LlixZiI+Pf+T2iYmJDBs2jDJlynDjxg0GDBgAwDvvvGNV77Jly8ze2gkJCTg6OpKamkrPnj2pV68eEydO5OLFi/Tu3dvsWX3nzh3efvttevXqxZdffsmxY8fo06cPefPmNd+jX3zxRerXr88XX3xBcnKy1blxcnJi+PDhFC1aFHt7e3766Sd69+7NypUrKVy4sNlre82aNVy/fp3ixYvj6upq1nH8+HH++9//Mn36dPz8/Dh48CD9+vWjePHilCxZ8pHX5syZMwQHBzN27FgCAgL46quvzP07OjqSlJSEu7s7u3fvtjpX99bRtGlTFixYwLBhwx7yWyryZOhvIxHdB3D3M6idnd3TbobIY3tmQy+LxcJnn31G+/btKVWqVKbrpE9U7+zsnKHMxcUFuPsHuZubG4mJiTg5OWV6A7u4uFhNep+YmJhpnenL0v9QTv/3Qfu/fyL9Pyo5OTnTb47lyTlz5szTboLIU/dP3Afx8fFERUVl+H/azJkzsbe3JyEhgYiICF577TU8PT2ZP38+Fy9exN7enooVK9KlSxdzGPknn3xC6dKl+f333/ntt98oUKAAvXr1MkOk+Ph4li1bxuHDh4mLi6NgwYIMGDCA3Llzk5iYyJIlSwgPDyc5OZnKlSvTpUuXTB+UArBlyxY6depktvvnn3/m+vXr1KpVi9OnT5M3b148PT35+uuvadOmTYbtH7X+hQsX2L59O1OnTuX69etcv34dwOzpBVg9tfj06dOkpaVlKEv/kiUwMJD58+eb7V24cCHVqlXD0dGRM2fO0LRpU/r06cOOHTvInz+/VVstFgsbNmygW7duj719YGAgACdPngTA39+fffv20bBhQ7Pe69evM3fuXPr168fBgwc5ceIEWbNm5cKFC5w5c4Y6deqY29eoUYOFCxdSvHhxDh8+jJ2dHRUrVuTXX3/F0dERHx8f5s+fT5YsWYC7vboBUlJSMv39gru9sg3D4Ny5c6SmphIaGkqFChXML67OnTtH1qxZM9wHBw8eJE+ePLi7u3P8+HGyZ89Orly52L17t9mb7WHXZvny5ZQrV878EqxWrVosWrSINWvWUKFCBc6ePUtaWtpD3+fz58/P0qVLrXoaivzd9LeRiO6DzD7fivxbPbOh1/z587l582aGb4vvlR5sZTaUIj1wSv/DOEuWLCQnJ5OWlpZh2GJSUpJZV/q6mdWZvuzeOh+2/3vr/DOcnJweGPjJX5OQkMCZM2fMb/ZFnkf/5H3g5uZG/vz5KVeunNXyHDlysGXLFiZOnEhgYCBJSUmcO3eOQYMGUbFiRWJiYhg4cCCbNm0ye7u4ubmxf/9+pkyZQsmSJfnss89YsWIFc+bMASA4OJjExEQWLVpEnjx5+PXXX8mfPz+5cuXigw8+wMHBgdWrV+Po6MiIESNYvXo1n376aabn58qVK9SuXZsiRYoAcOjQIcqUKWMVdvj6+nL69OkMx/Y46x89epTChQuzdetWfvjhB7Jly0ZQUBBdunTJ9Dy++OKLeHp6PvA8f/fdd5QvX95sS1RUFO3bt7dqW548eTAMI0N7v//+e5ycnOjUqZPZ2+6PbA8wZ84cqlSpYlXWr18/3nnnHbN3lqenJ9myZTO/iPL09DT/uM6dOzcXL16kXLlyREdH4+joaFVX9uzZOXnyZIZ9P+j3C+C1117j999/JyUlhapVq9K6dWscHR3JkSMHAIMHD8ZisVCpUiXee+89SpQoAUDx4sXZvHkzt2/fpmrVquzfv5+kpCRefvll8uTJk2E/91+bmzdv4uvra9Wm0qVLY7FYKFeuHHFxcSQlJdGvXz/s7e3x9fXl3XffteqRXrBgQUaOHEmePHky7VUu8iTpbyMR3Qfwf19kiTwrnsnQ686dO8yYMYPXX3+d2NhYYmNjgbvf3huGwYULF3B1dTX/MEz/tvZe0dHRuLu7m9/ep/+xGB0dbfXttsVi4datW1Z/ZObNmzfTOtOHQKave2+dme3//qGUf5Sdnd0Dex/Ik+Hq6qpzLM+9f+I+cHBwYOrUqcyaNctctmvXLhwdHalRo4bZM8jd3Z3cuXOb6+TIkYO33nqLcePGmW10cHCgVatWZojSpk0b3nrrLdzc3Lh27Rr/+9//2L59O4UKFQLAx8cHgBs3brBt2zb2799vBh7vvfceL7/8MuPHj8fBwcGqzXfu3AHuhjzp+05OTiZnzpxW58vDw4Njx45leg4ftX58fDynT5+mfv367Nq1i3PnztGtWzcKFSpE69atM9SXJUuWB16rnTt3smbNGhYvXmyuk5iYaNX+9HOakpKSoZ5169bRqlUr89z80e2XL19OREQEq1evNss2bNhASkoKr732mtl7Lf33rVy5chQuXJjZs2fTv39/zp49y7p164iLi8PNzY2AgAASExP59ttvadeuHREREWzfvp3cuXNn2LeDgwNOTk6ZnpsNGzZgsVjYu3cvp0+fJlu2bNjZ2VGwYEFWrFhBsWLFOHLkCDt37qRPnz5s3LgRd3d3XF1dad26Ne+++y4pKSnY29szevToTIexZnZtkpKS8PDwsFqWM2dOLBaLefxr1qyhZMmS3LhxgzFjxjBgwABWrVplfjmXHj4mJyfrvUr+MfrbSOT5vg80tFGeNc9k6HX79m3i4+OZM2eO+c39vRo0aEDdunWZNWsWHh4e/PzzzxnWiYiIsPp2Nf2/f/75Z6vQ6+effyYtLc1q3bJly3Lw4MEMvcIiIiJwcXHhxRdfBKBMmTI4Ojry888/06JFC3M9i8VCZGQkjRs3/gtnQUTEtrz33nuZ9mBKD6fSnT17ljFjxnD06FHzy477n957b0+b9PAI4NKlSzg7O2eoE+4OGUxLS6NBgwZWy+3s7Lh27VqG4X7Zs2cHIC4uDg8PDwCyZs1qhmHp7ty5Q9asWTM95ket7+bmhoODA/3798fZ2ZnSpUvz6quvsn379kxDrwcJDQ3lgw8+YNq0aVa9jdzc3B6rvefPn+fAgQMMGTLEavnjbr9u3To+//xz5s6da37hc+vWLSZOnMi8efMybbOTkxPTp0/ns88+o1atWhQoUICgoCCWLVsGQK5cuZgxYwbjx49n6tSplCxZkqCgII4cOfLY5yWds7Mz9erVY8mSJeTJk4dWrVqRNWtWKleuTHx8PFmzZuW9995j06ZNhIeHU7t2bVauXMlXX33F8uXLKVOmDL/++is9e/Yke/bs1K1b95H7fNS5y5s3r/nlWd68eRk5ciR+fn78/vvvlCxZEsD80i/9d1FERERErD2TT2/MnTs3X3zxRYafgIAAnJyc+OKLL+jduzcAjRs3ZufOnVy8eNHcPjQ01Jx7JF1gYCA5c+ZkyZIlVvtasmQJLi4u1KtXz1zWtGlTbt68yaZNm8xlN27cYNOmTdStW9cc1pgtWzaqVavGhg0bzD9MAdauXUt8fLzV/kVEngeGYWAYxh/a5v5vFIcPH07+/Pn57rvvCA8PZ/z48Y9dZ6FChbBYLFy+fDlDWcGCBbG3t2f37t2EhYWZP0ePHs0QeMHdb3mLFy9u9VAST09PTp48SXJysrns+PHjlClTJtP2PGr9smXLPtZxPUxoaCj9+/dnwoQJVKtWLcP+jx8/br6+fv060dHRGYZIrly5ksqVK2c4jsfZft26dYwePZo5c+ZYHc+JEye4evUq7dq1IyAggKCgIAAaNWpkvr+WLl2auXPncuDAAdauXYvFYsHf39+sw9fXl6VLl3LgwAEWL17MtWvXrMr/qJSUFM6ePZtpmZ2dndXvYmRkJLVr16Zs2bLY29tTtmxZatSowa5dux5rX/efu+TkZE6dOvXA35XMvlk/deoUefLk+cs9x0VERERs1TMZerm6utKwYcMMP4UKFcLOzo6GDRvi5eUFQK9evXBzc+PNN99kwYIFfPnll7z77ruUKlXKauLXLFmy0K9fP3bv3s0777zDihUr+PDDD1m3bh09evQwv8UHaNKkCV5eXgwZMoRp06axaNEiOnfuTEpKCv3797dq64ABA4iJieGNN95gyZIlfP7553zyyScEBgY+1jfBIiK24nzMeQbuGkjPLT3ZdeHxgoHMxMbGkjVrVtzd3bl8+XKmPX4fJE+ePDRo0IDhw4dz9epV0tLSOHbsGDdv3iRv3rw0bNiQkSNHcuPGDeDuUPQtW7Y8sL569eqxf/9+87Wfnx85cuRg5syZWCwWdu7cycGDBx/YK+tR6/v7+1OsWDHz6YOnT59m9erVVr3RkpKSzHkqk5OTSUpKMidMP3DgAP369WPcuHHUqlUrw/6DgoJYt24dERERJCQkEBISgr+/P0WLFjXXSU1NZfXq1ZlOxP+o7Tds2MCoUaOYPXs25cuXt9rW29ubbdu2sXbtWtauXWs+8XHRokXUqVMHuBsAxsfHY7FY+OGHH1i1apX5pRbAsWPHsFgsJCYmsnz5cg4ePMibb75pllssFvN8pKamkpSUREpKCnB3IvrDhw9jsViwWCx8++23HDhwgOrVqwNw5MgRTp06RWpqKomJiUyePNlsN4CXlxd79uzht99+A+C3335jz549Vj3DH3ZtWrZsyf79+9m5cycWi4WZM2eSK1cuM7Tbv38/58+fxzAMbt68yX//+19KlSpF8eLFzfr3799vnisRERERyeiZHN74RxQsWJBvvvmGMWPGMGnSJBwdHalduzaDBg3KMJF8x44dcXZ2Zu7cuWzfvp0CBQowaNCgDMNtHBwc+PLLLxk/fjwLFy4kMTGRSpUqMXr0aHPIQboKFSowb948Jk6cyGeffYabmxtBQUG8//77Gg8tIs+VdafXcezaMRztHfn6l6+pXqg6jvZ//G1o0KBBDB8+nMWLF1O8eHFatmz5hyZVHTt2LOPHj+fVV18lLi6OkiVLMnXqVAA+++wzpk6dSps2bbh16xZ58uThpZdeolGjRpnW1a5dO7p06cJ7772Hk5MTTk5OzJgxg48//pjZs2dToEABxo8fT7FixcxtvL29mT17Nn5+fo9c38HBgRkzZjBs2DD8/f3x8PCgc+fOtGzZ0qwv/QmFgPllzoIFCwgICGDatGnExsYyYMAAq3YfPnwYgGrVqvHee+/Rt29fYmJi8Pf3Z8KECVbr7tmzhzt37tCsWbMMx/+o7UNCQoiNjaVz587mskKFCrFx40acnZ0pUKCAuTw9jMqXL585OfD333/P0qVLSUpKomzZsnzxxRdWvcUWLlzIli1bSE1Nxdvbm6+//tqqV1737t05ePAgAGFhYYwbN46+ffvyzjvvkJCQwCeffMKFCxdwdHSkePHihISE4OfnB9wd0vn5558THR2Nk5MTXl5ezJ0713xKaMuWLbl8+TK9evXixo0b5MyZk1dffdUqHHzYtXnxxRcZP348o0aN4sqVK5QvX57p06ebQ3UjIyP58MMPuX37Nu7u7gQEBDBr1ixzbrm0tDTWr19PSEhIhusiIiIiInfZGX90nIn8Kxw9ehSwfhy6PDnx8fFERkZSrly553aSSpEnfR98/cvXLD+xHAODkjlLMrneZOztnskOx1aGDRtG2bJlef311592U+Rv8G99P1i/fj07duxg4sSJT7sp8pz4t94LIv8k3Qf6HCrPHpvv6SUiIv8Or5R+BUuqhTvJd2jxYgubCLwARo4c+bSbIM+hFi1aWD0kR0REREQyUuglIiL/iOzO2Xm78ttPuxkiIiIiIvKcsI2v2UVERERERERERO6h0EtERERERERERGyOQi8REREREREREbE5Cr1ERERERERERMTmKPQSERERERERERGbo9BLRERERERERERsjkIvERERERERERGxOQq9RERERERERETE5ij0EhERERERERERm6PQS0REREREREREbI5CLxERERERERERsTkKvURERERERERExOYo9BIREREREREREZuj0EtERERERERERGyOQi8REREREREREbE5Cr1ERERERERERMTmKPQSERERERERERGbo9BLRERERERERERsjkIvERERERERERGxOQq9RERERERERETE5ij0EhERERERERERm6PQS0REREREREREbI5CLxERERERERERsTkKvURERERERERExOYo9BIREREREREREZuj0EtERERERERERGyOQi8REREREREREbE5Cr1ERERERERERMTmKPQSERERERERERGbo9BLRERERERERERsjkIvERERERERERGxOQq9RERERERERETE5ij0EhERERERERERm6PQS0REREREREREbI5CLxERERERERERsTkKvURERERERERExOYo9BIREREREREREZuj0EtERERERERERGyOQi8REREREREREbE5Cr1ERERERERERMTmKPQSERERERERERGbo9BLRERERERERERsjkIvERERERERERGxOQq9RERERERERETE5ij0EhERERERERERm6PQS0REREREREREbI5CLxERERERERERsTkKvURERERERERExOYo9BIREREREREREZuj0EtERERERERERGyOQi8REREREREREbE5Cr1ERERERERERMTmKPQSERERERERERGbo9BLRERERERERERsjkIvERERERERERGxOQq9RERERERERETE5ij0EhERERERERERm6PQS0REREREREREbI5CLxERERERERERsTkKvURERERERERExOYo9BIREREREREREZuj0EtERERERERERGyOQi8REREREREREbE5Cr1ERERERERERMTmKPQSERERERERERGbo9BLRERERERERERsjkIvERERERERERGxOQq9RERERERERETE5ij0EhERERERERERm6PQS0REREREREREbI5CLxERERERERERsTkKvURERERERERExOYo9BIREREREREREZuj0EtERERERERERGyOQi8REREREREREbE5Cr1ERERERERERMTmKPQSERERERERERGbo9BLRERERERERERsjkIvERERERERERGxOQq9RERERERERETE5ij0EhERERERERERm6PQS0REREREREREbI5CLxERERERERERsTkKvURERERERERExOYo9BIREREREREREZuj0EtERERERERERGyOQi8REREREREREbE5z2ToFRERwciRI2nevDleXl7UrVuX/v378/vvv2dY99SpU7z11lt4e3tTtWpVgoODuXbtWqb1rly5kmbNmlGpUiUaNWrE/PnzMQwjw3oxMTEMGzaMwMBAvLy86NSpE0ePHs20zvDwcF5//XWqVKlC9erVGTFiBHFxcX/tBIiIiIiIiIiIyEM5Pu0G/Blz5swhPDycpk2b4unpSXR0NIsWLSIoKIilS5fi6ekJwJUrV+jYsSPu7u4MGDCAhIQEvvrqK3799VdWrlyJi4uLWefSpUsZPnw4jRs3pmvXroSFhfHZZ5+RkJBA7969zfXS0tLo0aMHJ06coFu3bnh4eLBkyRI6d+7MypUrKVmypLluZGQkXbp04cUXX+TDDz8kKiqKefPmcebMGebNm/fPnTARERERERERkefMMxl6denShQkTJuDs7Gwua9asGS1atGDWrFmEhIQAMHPmTOLi4li1ahWFCxcGoFKlSnTt2pWVK1fSsWNHABITE5k0aRK1atVi6tSpALRt25bU1FRmzpxJu3bt8PDwAGDTpk0cPnyYSZMm0axZMwBeeuklmjRpwpQpU5g8ebLZppCQELJly8bChQvJli0bAEWKFOHjjz9m586d1KlT528+UyIiIiIiIiIiz6dncnijj4+PVeAFULx4cUqXLs3JkyfNZT/88AN16tQxAy+A6tWrU7x4cTZt2mQuO3DgALdu3aJDhw5WdXbs2JHExER27NhhLtu8eTO5cuWiadOm5jIPDw9eeukltm/fTmJiIgCxsbHs27ePl19+2Qy8AFq1aoWbmxvff//9XzsJIiIiIiIiIiLyQM9k6JUZwzC4du0auXLlAiAqKorr169TsWLFDOtWrlyZY8eOma/T//v+dStUqIC9vb3VupGRkZQvXx57e+tTV6lSJZKSkjh9+jQAJ06cICUlJUOdzs7OlCtXzqpOERERERERERF5sp7J4Y2ZWbduHVFRUfTt2xeAq1evApA3b94M6+bNm5fY2Fji4+Nxc3MjOjoagHz58lmt5+zsTM6cOc26AKKjo/H29s5QZ/q2V69epXz58madD9p/ejj2VxiGQXx8/F+uRzJKSEiw+lfkeaT7QET3gUg63Qsiug/g7mdQOzu7p90MkcdmE6HXqVOnGDlyJF5eXrz66qsAJCUlAWQYBgmYE9gnJibi5uZGYmIiTk5Omd68Li4uZl3p22RWZ/qy9OGN6f8+aP/31vlnJScnExkZ+ZfrkQc7c+bM026CyFOn+0BE94FIOt0LIroPMvuMK/Jv9cyHXtHR0fTs2ZNs2bIxZcoUHBwcgP8LtiwWS4Zt0gOnLFmymP8mJyeTlpaWYdhiUlKS1VMes2TJkmmd6cvurfNh+7+3zj/LycmJUqVK/eV6JKOEhATOnDlD8eLFcXV1fdrNEXkqdB+I6D4QSad7QUT3AWA1h7bIs+CZDr3u3LnD22+/zZ07d1i0aBH58+c3y9KHG6YPM7xXdHQ07u7uuLm5Af83BDE6OtqqDovFwq1bt6yGPebNmzfTOtOHQKave2+dme3//qGUf4adnZ15DPL3cHV11TmW557uAxHdByLpdC+IPN/3gYY2yrPmmZ3IPikpiV69enHmzBlmzpyZocdT/vz58fDw4Oeff86wbUREBOXKlTNfp//3/ev+/PPPpKWlWa1btmxZjh07RlpaWoY6XVxcePHFFwEoU6YMjo6OGeq0WCxERkZa1SkiIiIiIiIiIk/WMxl6paam8u677/LTTz8xefLkTCeWB2jcuDE7d+7k4sWL5rLQ0FDOnDlD06ZNzWWBgYHkzJmTJUuWWG2/ZMkSXFxcqFevnrmsadOm3Lx5k02bNpnLbty4waZNm6hbt645rDFbtmxUq1aNDRs2EBsba667du1a4uPjrfYvIiIiIiIiIiJP1jM5vHHMmDH873//o169ety6dYu1a9dalbdq1QqAXr16sWnTJt588006d+5MYmIiX331FaVKlaJt27bm+lmyZKFfv36MHDmSd955h9q1axMWFsa6det455138PDwMNdt0qQJXl5eDBkyhNOnT5MrVy6WLFlCSkoK/fv3t2rHgAEDaN++PW+88Qbt2rUjKiqKuXPnEhgYSN26df++EyQiIiIiIiIi8px7JkOv48ePA7B9+3a2b9+eoTw99CpYsCDffPMNY8aMYdKkSTg6OlK7dm0GDRqUYSL5jh074uzszNy5c9m+fTsFChRg0KBBdOnSxWo9BwcHvvzyS8aPH8/ChQtJTEykUqVKjB49mpIlS1qtW6FCBebNm8fEiRP57LPPcHNzIygoiPfff19joUVERERERERE/kZ2hmEYT7sR8scdPXoUgEqVKj3lltim+Ph4c+6153WSShHdByK6D0TS6V4Q0X0A+hwqz55nck4vERERERERERGRh1HoJSIiIiIiIiIiNkehl4iIiIiIiIiI2ByFXiIiIiIiIiIiYnMUeomIiIiIyBN38eJFmjRpgsViedpNkX+R1NRUWrRowalTp552U0TkOaDQS0RERETkKenUqRMVK1bE29ubqlWr0qlTJ37++een3awnYsqUKbzxxhs4Ozuby6ZNm0b16tXx8fEhODiYuLi4h9Zx6NAh2rdvj7e3N9WqVWPy5MlW5du2baNVq1Z4eXlRs2ZNlixZkqGOa9euUbVqVVq1amUuCwsLw9vb2+qnbNmyfPrpp+Y6UVFRvP3223h5eVG3bl2WL1+eaRt//fVXKlasSJ8+fayWWywWxo4dS82aNfH29qZFixZcuHAhw/bLli3D09OT+fPnm8tSUlKYNGkSderUwcfHh//85z9cv37darulS5dSt25dvLy86NGjB1evXjXLVq1aRZMmTfD19SUgIIC+ffty6dIls7x58+ZWx16xYkV8fHzM8rFjx9KkSRO8vb2pX78+s2bNstr3oEGDzN/b9J/Dhw+b5Z988onZ9lq1ajFq1Cgz/HRwcKBbt26EhIRkej5FRJ4khV4iIiIiIk/R+++/z+HDh9m9ezflypXLEJ48i27evMkPP/xAixYtzGWrVq1i5cqVLFq0iB07dnDr1i2rkOl+x48fp2/fvrz11lscOHCAbdu20aRJE7N8165djBgxgsGDB3Po0CE2btxI1apVM9QzcuRIypUrZ7XMz8+Pw4cPmz9btmzBwcGBZs2amesEBweTJ08e9u3bx+TJkxk3bhwHDx60qictLY2hQ4fi7e2dYb8fffQR586dY9WqVYSHh/P555+TPXt2q3WioqL46quvKFOmjNXyr776ih07drB8+XL27dtHtmzZGDhwoFkeGhrKhAkTmDx5Mvv27SN37ty8//77ZnlgYCBLlizh0KFD7Nq1i6JFizJ48GCzfOPGjVbHX7NmTZo3b26Wu7i4MG3aNMLCwpg9ezbLli1j2bJlVm3s0KGDVR33noPXX3+d77//nvDwcNauXcvx48eZM2eOWd6kSRNCQ0OtgjgRkb+DQi8RERERkX8BFxcX2rRpQ1RUFDdv3mTevHk0btwYb29vGjZsyDfffGOue+HCBTw9PVmzZg2NGjXCz8+PQYMGkZycDEBcXBy9e/emWrVq+Pr60rFjR44fP25uP3XqVHr27MmwYcPw9fWlfv36HDhwgK1bt9KoUSP8/f2ZNGmSuf7ly5cZPXo09erVw9/fnx49emTaayndnj17KFmyJDlz5jSXrVq1ik6dOlGiRAmyZ89O//792bhxI4mJiZnWMX36dNq2bUvDhg1xdnbGzc2NsmXLmuWTJ0/mP//5DwEBATg4OJAjRw5KlixpVcfWrVu5ffu2VS+vzKxevZpixYqZvZ3OnTvHoUOHCA4Oxs3NjSpVqtCiRQtWrVpltd2CBQt48cUXM4Rtv/32G9u2bWP06NHkz58fOzs7SpYsmSH0GjlyJH369LE6TwBbtmyhU6dO5M+fnyxZsvDOO++wd+9e85x/++23tGzZkipVquDm5kZwcDA//vgj58+fB6Bw4cJ4eHgAYBgG9vb2nD17NtNjj4qKYteuXbRp08Zc9u6771K6dGkcHBwoWbIkjRo14tChQw89h/cqWbIkbm5u5uv79+/m5kalSpXYsWPHY9cpIvJnKPQSEREREfkXSEhIYMWKFRQuXJhcuXJRqFAhvv76a8LDw/n0008ZN25chuBh9+7drF69mo0bNxIaGsr69euBu0FHixYt2LZtG/v27aNcuXL0798fwzDMbffu3UvNmjU5ePAgrVq1YuDAgWzbto21a9eyZMkS5s6dyy+//GLW16xZMzZt2sT27dvJkiULQ4cOfeCxREZG8uKLL1otO3HihFWPq3LlypGUlMSZM2cyrePHH38kOTmZVq1aERgYSPfu3Tl9+jQA8fHx/PLLL0RFRdGkSRNq1KhBv379rIb43blzhzFjxjBixIhHnvtVq1ZZhT4nTpwgb9685MmTx6q9J06cMF9fvHiRBQsW8MEHH2So7+DBgxQuXJjPP/+cwMBAGjduzOzZs63W2bRpE7GxsbRu3TrD9mlpaVbXKi0tzWxX+r/3nss8efKQJ08eq/aFhYXh5+dHlSpVmD9/Pr169cr02NesWUPJkiWpUqVKpuWGYfDjjz/i6elptXzt2rVUrVqV5s2bM3fuXLON6b788ktzWOrx48d54403rMpLlSplFcSKiPwdFHqJiIiIiPyNbsRZ2BBxiYX7z7Ih4hLXY5OsykNCQvDz86Nhw4acPn2a6dOnA3eHgBUsWBA7OzsCAwPNgOpeffr0wd3dnfz581OrVi0zpHJ3d6dZs2a4ubnh4uJCv379OHPmjFUoVKFCBRo3boyDgwPNmzc357Byc3OjVKlSeHp6cuzYMQAKFSqEl5cXLi4uuLu707t3b8LCwjIEHeliYmJwd3e3WhYfH0+2bNnM105OTri6uhIbG5tpHbdv32bjxo2MHz+eXbt2UbZsWfr06UNKSgoxMTEYhsHWrVuZO3cuP/zwA87OzlZDAMePH88rr7xC8eLFH3Z5CAsL48KFC1bhU1xcXIZeWdmyZbOag2zYsGH069ePXLlyZdr2kydP4ubmxs6dO/niiy9YsGABa9asMcvHjRv3wECubt26LFiwgEuXLhEXF8eUKVOws7Mzz9X95xIge/bsVu3z8/MjLCyM0NBQ+vfvn6EXHNwNtO4P/O73+eefk5iYSIcOHcxlnTp1YtOmTYSGhjJq1CgWLFjAggULrLbr0aMHhw8f5rvvvqN9+/bkzZvXqtzd3Z3bt28/cL8iIk+C49NugIiIiIiILTIMg3VHLrEw9Cw34y3Y2dlhGAbz3ZzpVK0YLasUAuC9996jS5cuGbZft24d8+bN4+LFi6SlpZGYmEiRIkWs1rk3SHB1deXOnTsAJCYmMmbMGHbt2sWtW7ewt7/7XffNmzfJnz8/ALlz5za3zZIlC4BVzyZXV1czRLlx4wbTpk3j1KlTZvBisViIi4vLEL7A3QDm2rVrVsvc3NysAq6UlBQSEhIyhGP3rh8UFGTOd9W/f3/mzZvHmTNnyJcvH3A3fClcuDAA/fr1o3HjxsTHx3Ps2DHCw8P59ttvM637XitXrqR+/frmcECArFmzmucyXWxsLFmzZgXu9nJKTU3NtJdWetsdHBzo378/zs7OlC5dmldffZXt27fTunVrxo0bR5s2bR4YyPXs2ZO4uDg6duxIcnIy3bp1Y9u2beYwSDc3twztu3Pnjtm+e3l4eNCmTRsaN27Mrl27rIYdHjx4kMuXL9OyZctM2/Hll1+yceNGvvnmG6vtKlSoYP63l5cXb7/9NmvXrs3097hkyZKULVuWQYMGWU3WHxsbS44cOTLdr4jIk6LQS0RERETkb7Drt2vM2nkaO6BoLjcc7O1ITTOIvpPErJ2nyenm/MBtL126xKBBg5gzZw5Vq1bF0dGRPn36WA15e5j0oYmLFy+mQIECxMTE4O/v/9jb32/q1KkkJSWxePFiihQpQmRkJK1bt35gfeXKlePrr7+2Wubp6UlkZCTVqlUD7g6BdHZ2fmDwc+/8XffLnj07hQoVyrTMMAxCQ0M5f/48tWrVAu4GdElJSQQEBLB+/XozNIuNjWXTpk1MmTIlQ1uvXr3K9evXzXAwMjLSDOBCQ0M5cuQIAQEBwN2QMTU1lRo1arB3796Htj19+9jYWPMcxcbG8vPPP3Po0CGmTp2Ki4sLH330ER999BEAp06dYtKkSeYQRE9PT6uhgdevXyc6OjrDEMR0ycnJ3Llzh+vXr1uFVytWrKBhw4aZ9lb78ssvWbp0KQsXLqRAgQIPPZ70UPVBUlJSMswpdvLkSasHE4iI/B00vFFERERE5AkzDIPV4RewpKZSIEcWHOztAHCwt6NAjixYUlNZHX7hgaFRfHw8hmHg4eGBvb09O3fuZO/evY+9/9jYWFxcXMwhbyEhIX/peOLi4nBxcSFbtmzcvHmTadOmPXT9GjVqcOrUKavha0FBQSxcuJAzZ85w584dpkyZwssvv2z2Mrvfa6+9xurVqzl9+jTJycl88cUXFCtWzAzJXnvtNb755huioqJITEzkiy++oFq1amTNmpWuXbuyefNm1q5dy9q1a+nfvz8lSpRg7dq1Vj3cNmzYQM6cOalZs6bVvl944QV8fHwICQkhISGBiIgI1q9fbw4D/Oijj/j+++/N+tu3b09AQIDZs8zf359ixYrxxRdfkJyczOnTp1m9ejUNGjQAYNmyZaxbt87cvmLFinTv3t0c7nj16lUuXryIYRicOXOGIUOG0LVrV7OnV1BQEOvWrSMiIoKEhARCQkLw9/enaNGiwN05yq5cuYJhGERHRzNq1CiKFy9u1VMwJiaGH374IdOhjbNnz2bx4sV8/fXXZk+6e3333XfExsZiGAZHjx5l9uzZNG7cGLj7u7Jq1SpzCOqJEyeYMWOG1TlOSEjg6NGj1KlTJ9NrLyLypKinl4iIiIjIE3YlJpFT0XF4PKA3l4ebM6ei43BNzXxOrFKlStGrVy/efPNN0tLSqF+/PvXr13/s/Xft2pXg4GBq1KhBrly56NevH0uWLPlTxwLQq1cvBg4cSJ06dShQoABdu3Zl69atD1zfw8ODRo0asX79enMC8zZt2nD58mU6dOhAYmIi9evXZ8iQIeY2M2fOJCwsjDlz5gDQsmVLrly5QufOnUlKSqJy5crMmDEDR8e7H2F69OjB7du3zaF5AQEBjBs3Drg7X9S9wyazZ8+Oo6Njhh5LK1euJCgoKNOeSiEhIQwZMoRq1aqRI0cOBg4caD6lMUeOHFZD89zd3XFxcTGHjjo4ODBjxgyGDRuGv78/Hh4edO7c2Wzr/fNbOTs74+7ubg6xvHz5MsHBwURHR+Ph4UG7du3o2bOnuX61atV477336Nu3r9mLb8KECWZ5ZGQkn3/+OXfu3MHd3Z2qVasyZ84c7OzszHXWr19Pnjx5qF69eoZjnzBhAk5OTlbDHn19fc1rs2jRIoYNG0Zqair58uWjQ4cOdOvWDQA7Ozs2bNjAuHHjsFgseHh40LhxY/r162fWtXnzZgICAjIN1EREniQ748/2cZan6ujRowBUqlTpKbfENsXHxxMZGUm5cuWsuoCLPE90H4joPpA/78LNeHotPERWF0fcXTJ+zxyblEJcUgoz3vClqMe//3frz9wLFy5coHv37qxfvx5n5wcP5ZTnS1paGq1atWLSpEmUKlXqaTfnD9F7gj6HyrNHPb1ERERERJ6w/NmzkD9HFi7eTMg09LqdkEzhXK7kz5750D5bUKRIETZv3vy0myH/Mvb29qxfv/5pN0NEnhOa00tERERE5AlzcrCneaWCpKQZ3E5ItiqLSUgmJS2N5pUK4uyoP8dFRET+LurpJSIiIiLyN2hZpRDnbsSz+ZcobsRZcLS3IyXNwMXJgeaVCtGySuZPHxQREZEnQ6GXiIiIiMjfwNHBnv4NSlOnTF52/3aNa7FJ5MnqTK0yefEqmtNqUnERERF58hR6iYiIiIj8Tezs7PB+IRfeL+R62k0RERF57mgSARERERERERERsTkKvURERERERERExOYo9BIREREREREREZuj0EtERERERERERGyOQi8REREREREREbE5Cr1ERERERERERMTmKPQSERERERERERGbo9BLRERERERERERsjkIvERERERERERGxOQq9RERERERERETE5ij0EhERERERERERm6PQS0REREREREREbI5CLxERERERERERsTkKvURERERERERExOYo9BIREREREREREZuj0EtERERERERERGyOQi8REREREREREbE5Cr1ERERERERERMTmKPQSERERERERERGbo9BLRERERERERERsjkIvERERERERERGxOQq9RERERERERETE5ij0EhERERERERERm6PQS0REREREREREbI5CLxERERERERERsTkKvURERERERERExOYo9BIREREREREREZuj0EtERERERERERGyOQi8REREREREREbE5Cr1ERERERESeYd9++y2tWrX6R/f55ZdfMm7cuH90n/Lsu3DhAk2bNsVisTztpshzQqGXiIiIiIjIUxQWFsbbb79N1apV8fHxoUmTJnzyySdcuHDhaTctU3fu3GHevHm89dZb5rKoqCjefvttvLy8qFu3LsuXL3/g9mFhYXh7e1v9lC1blk8//dRcZ+/evbzyyit4e3vTrFkzdu3aZVXHhg0beOmll/D29ubVV18lIiLCqvzQoUO0bNmSKlWq0KpVKw4fPmyWXbhwAU9PT6v99+rVy2r7FStW0KRJE7y9vWnatCnr1683y6Kjo+nVqxc1a9bE09OTyMjIBx5rSEgInp6ebN26NdPy4ODgDHVcv36dAQMGEBgYSGBgIGPHjiU1NdUsHzRoEBUrVrRq/73Hd/+5rVChAi1atLDa77Zt22jVqhVeXl7UrFmTJUuWZHr8Xl5e1K9f32z/sWPHeOONN/70tStSpAje3t4Z9ifytzHkmRQREWFEREQ87WbYrLi4OCMsLMyIi4t72k0ReWp0H4joPhBJp3vh77Nt2zbDy8vLmDdvnnHt2jXDMAwjKirKmDdvnrFy5crHqmPVqlVGy5Yt/85mWlm4cKHxzjvvWC3r2LGjMWjQICMuLs746aefDF9fX+PAgQOPVV90dLRRvnx549ChQ4ZhGMa5c+cMLy8v43//+5+Rmppq/O9//zOqVKlinDt3zjAMwwgLCzN8fHyMn376yUhJSTGWLFliBAQEGDExMYZhGMbNmzcNPz8/Y9myZUZSUpKxbNkyo2rVqsbt27cNwzCM8+fPG2XKlDFf3++XX34xKlSoYISGhhppaWnGvn37jIoVKxoRERFGWFiYce7cOeObb74xjhw5YpQpU8Y4duxYpvVERkYaL7/8slGjRg1jy5YtGcq3b99udO7cOUMd3bp1Mz744AMjPj7euHLlitGqVStjxowZZvmHH35ofPrpp491bg3DMF5++WWr7Xfu3GnUqlXL2L9/v5GSkmLcunXLOHnypFm+dOlSo2nTpsYvv/xipKWlGdHR0ea5v/9z6B+9doZhGPv37zcaNWr02O0X+SvU00tEREREROQpMAyDTz/9lF69etGlSxdy584NQL58+ejSpQuvvvqque77779PzZo18fHxISgoiP3792eoLyQkhICAAOrWrcuiRYus9jN37lwaNmxI1apV6d69O+fPnzfL69evz+zZs3nttdfw9vbmjTfe4PLlyw9s9//+9z8CAgLM1+fOnePQoUMEBwfj5uZGlSpVaNGiBatWrXqs87B69WqKFSuGj48PALt27aJ8+fLUq1cPe3t76tWrR6VKlVizZg1wt5dSgwYNqFKlCg4ODrRv3x43Nze2bNkCwJYtW8ifPz+vvfYazs7OvPbaa+TJk8csf5QLFy5QuHBhAgMDsbOzo1q1ahQsWJDTp08DkDt3bjp27EjlypUfWEdqaipDhgxh6NChODs7ZyiPjY3ls88+Y8SIEVbL4+Pj2bt3L3379sXV1ZX8+fPz5ptvPrTn3MNERERw6tQpXnnlFXPZ5MmT+c9//kNAQAAODg7kyJGDkiVLmu2eMmUKQ4YMoXz58tjZ2ZEnTx6KFi2aaf1/9NoB+Pj4cOXKFU6dOvWnjknkj1DoJSIiIiIi8hT8/vvvXLx4kWbNmj1y3WrVqvH9999z4MABmjVrRv/+/YmNjTXLf/vtN+zs7Ni9ezeTJk1i4sSJ/PjjjwCsXbuWefPm8cUXX7B7925Kly5Nr169SElJMbdft24dEydOZP/+/bi6ujJ58uQHtiUyMpIXX3zRfH3ixAny5s1Lnjx5zGXlypXjxIkTj3UeVq1aRZs2bczXhmFgGIbVOoZhmPVlVp7ejvR/y5Yta1VWtmzZDO15+eWXqVGjBr169bIKYGrWrEnWrFnZu3cvaWlp7N69m5iYGLy9vR/reADmz5+Pp6cnVatWzbQ8JCSEli1bUrx48QzHef/xpaWlcfHiRavrvXbtWqpWrUrz5s2ZO3cuaWlpme5n5cqV1K5dm/z58wN3Q7VffvmFqKgomjRpQo0aNejXrx9Xr14F7v5OXrt2jWPHjlG/fn1q167Nxx9/bLXve/3RaxcbG8tLL71E4cKFHzosVOR+H3/88Z8KfxV6iYiIiIiI/E0Sk1P53/Eohq/7hXeWhDNi/S/sOHGVxORUbt68Cdzt2ZVu2rRp+Pn54e3tTf/+/c3lr776KtmyZcPJyYm33nqLtLQ0qxDH1dWVvn374uzsjLe3Ny1atDB716xdu5ZOnTrh6emJi4sL7733HpcvX7aaB+v111+naNGiuLi40KJFC3755ZcHHlNMTAzu7u7m67i4OLJnz261TrZs2YiLi3vk+QkLC+PChQu0bt3aXFa9enWOHj3K1q1bSUlJYevWrYSHh5vBS+3atdm6dSuHDh0iOTmZRYsWcenSJbM8Pj4+Q3uyZ89utidXrlysWLGCbdu28f3331O8eHG6detmbu/q6krLli3p3bs3FStWpHfv3gwePNgq1HuY8+fPs2jRIj744INMy8PDwzl48CBvv/12hrKsWbPi7+/PlClTiIuLY/PmzYwaNQqAWrVq0aRJExITE5k3bx6hoaGMGjWKBQsWsGDBggx1xcfHs3HjRqtQKiYmBsMw2Lp1K3PnzuWHH37A2dmZgQMHAnDr1i0A9u3bx8qVK1mzZg0XLlxg9OjRGer/M9cuvcdhjhw5uH37NgBLly6lbt26eHl50aNHDzOAe5CTJ0/SvXt3vL29qVq1KoMHDzbLYmNj+fDDD6lWrZrZq/HcuXNm+dixY8252urXr8+sWbPMMovFwscff0z9+vXNudxWrlxpll+/fp3g4GBq166Nj48PrVu3Ztu2bRnOyWuvvYavry+1atVi4sSJVoHko+a+e9T29evXp3LlyuZ8an5+flbbP2ouvFOnTtG+fXuqVKlCkyZNMrT/UXPlPWyuO7gb9jZo0ABvb286d+7M2bNnzbLVq1fTpk0bfH19qVmzJoMHDyYmJsZq+4dd2169ejFlypQ//BAEhV4iIiIiIiJ/g+uxSQxefZTR3x1n72/RnLoay65foxm1MZJha3/G0fVucHTvh/y+ffsSFhZGt27dSE5OBu729Jk0aRKNGzfGx8cHPz8/7ty5Y4ZmcDc4c3JyMl8XLlyYqKgoAK5cuUKRIkXMMmdnZ/Lly8eVK1fMZXnz5jX/283N7aGBVfbs2a16/mTNmpU7d+5YrRMbG0vWrFkfeY5WrlxJ/fr18fDwMJe9+OKLTJo0iWnTplG9enVWrlxJs2bNyJkzJ3C319vgwYMZOnQoNWvW5OjRo1SvXt0sd3Nzy9CeO3fumO3JmjUrlStXxsnJiezZs/Phhx+SkpJCeHi42aavvvqK5cuX8/PPP7Ny5UomTpzI7t27H3k8AEOHDqV///5me+5lsVgYNmwY//3vfzMd9ggwYcIEkpKSqFOnDv379zd7i+3du5eFCxfi5eXF8ePHcXBwwMvLi7fffpvvvvsuQz2bNm3C1dWVunXrmsvc3NwA6NSpE4ULFyZr1qz069ePAwcOEB8fb56jnj174uHhgYeHBz179mT79u0Z6v+j1y4lJYXly5cTFBREXFwcOXLkIDQ0lAkTJjB58mT27dtH7ty5ef/99x94bqOionjzzTdp2rQpoaGh7Nmzh44dO5rlkydP5vfff2fjxo3s2bOHwoULm4EegIuLC9OmTSMsLIzZs2ezbNkyli1bBkBKSgp58+Zl/vz5hIeHM2bMGMaOHcuePXuAuyFi+fLlWb58OWFhYfTr14/g4GBOnjwJ3B0a+p///IcGDRpw8OBBlixZwsaNG62CreDgYPLkycO+ffuYPHky48aN4+DBg4+9PdztJXj48GEOHz5MWFiYufz8+fP07duXfv36cejQIQYOHEi/fv3MoczJycn06tWLatWqcfDgQQYNGsT7779vBlOHDh1i+PDhjBkzhrCwMNq2bUuPHj3Me+nYsWOMGDGCESNGEB4ezvDhwxk8eLB5/Bs2bGDevHl8+eWXHDx40HxARPpDGBISEhg4cCD79u1jw4YNREdHWw3vfdS1LVKkCCVKlGDTpk0P/P3IjEIvERERERGRJ8wwDCZt+ZXD525SIJsLxXJnpWAOV4rnzkq+bC78eOYma04mU6hQIb7//vuH1rV+/XrWr1/PrFmzOHToEGFhYWTLls1qnatXr5ohGcClS5fMIW0FChSwehKkxWLh6tWrFChQ4E8dW7ly5cz5rQA8PT25evUq169fN5dFRkZSpkyZh9YTGxvLpk2brHoipWvYsCFr1qzh4MGDzJw5k7Nnz+Lv72+Wt23blu+++44DBw7wySefcPLkSTMc8vT05Pjx41b1HT9+/IHtsbOzw87OzqrttWvXpmzZstjb21O2bFlq1KjB3r17H3o86UJDQxk9ejQBAQEEBARw+fJlPvjgA0aPHs3Vq1c5deqUOadW+txonTt3Zt68ecDd6zVlyhSyZ8/OgAEDqF27NpUqVcLNzS3DfG8HDhxg7NixVvvv06cPU6dOZcWKFaSlpbFu3TqzLHv27Li4uJg9gObNm8ebb76JYRi0aNGC/fv34+LiAvzfUy737t3LrVu38PPzY9q0aaSkpBAbG8v333/PlStXqFatGr6+vnTs2JHjx48/8NpFRESQmppKiRIlOHv2LOXKlePbb781n7Lp5uZGcHAwP/74o9Wcc/eaP38+gYGBtG3blixZsuDs7EyFChXM8vPnz5tBnLOzM61ateLXX381y999911Kly6Ng4MDJUuWpFGjRhw6dAi4Gwj279+fF154ATs7O7y8vAgICDDLixYtSvfu3SlQoAD29vbUr1+fEiVK8NNPPwF3g9Vbt27RunVrHBwcKFKkCNWrVzf3/6i57x61/aM8aj61sLAwbt26RZ8+fXBxcaFevXr4+/uzdu1a4NFz5T1orrv00GvLli0EBQVRsmRJnJyc6Nu3L+fPnzeDuddff52AgABcXFzImTMn7du3N8/t41xbgMDAQP73v/891vlIp9BLRERERETkCTt+5Q6Hz98ir3sWXJwcrMqyODmQJ6szP569Sfd3gpkxYwYLFiwwQ6MbN27w22+/mevHxsbi5ORErly5SE5OZtq0aRl6YiUkJDB9+nQsFgtHjhxh/fr1tGjRAoCWLVuyaNEiTp48icVi4fPPPyd//vwPnYj9YerVq8eBAwfM1y+88AI+Pj6EhISQkJBAREQE69evzzTMuteGDRvImTMnNWvWzFB29OhRM1yZNm0at2/fNidjT05OJjIykrS0NG7evMknn3xCkSJFqFWrFgCNGjXiypUrrFixAovFwooVK4iOjqZRo0YAHDlyhFOnTpGamkpcXBzjx48HMOfs8vLyYs+ePeY1+O2339izZw+enp5m+5KSkkhKSjLbk5SUZA5D27lzJ2vXrjV/8uXLx0cffcR//vMfChYsyPbt263KASZNmkTbtm2Bu0PQjh49ysWLFylUqBAzZsygX79+5r6/++47YmNjMQyD06dPY7FYaNy4sdX5u3nzJocPH6Zdu3asXr3aXB4VFUVKSgqnT58mKiqKvHnzUrFiRapVq8aoUaOYNGkS1atXZ/bs2WYPn9WrV9OyZUs2btzI0aNH2b17Nxs2bCBHjhx07tyZbdu2sW/fPsqVK0f//v2JiIjI9NqlzwV3+PBh8ufPT8mSJTlx4gTlypUz25cnTx7y5MnzwPngfvzxR9zc3Gjfvj0BAQG8/vrrHDlyxCx/44032LNnD9HR0SQmJrJ69Wrq1auXaV2GYfDjjz9aXdd7JSUlERER8cDy69evc+rUKbM8Z86cvPrqq6xcuZLk5GTOnTvHvn37qFOnDvDoue8etX26YcOGERAQQLt27di5c6fV8TxsPrUTJ05QqlQpqx6h9+7/UXPlPWiuO19f38fa//3uP/ePurYApUqV+sNzwTn+obVFRERERETkkSIu3CIhOZX82VwyLc+WxZHrNyy4Fffiyy+/ZObMmUyZMoW0tDTy5ctHtWrV6NatGwCvvPIKoaGh1KtXD3d3d958880MvbRKly5NamoqtWrVIkuWLAwYMIDAwEAAWrduzbVr1+jZsycxMTFUrlyZmTNn4uj45z4OtmrViunTp3Pz5k1y5coF3B1yNWTIEKpVq0aOHDkYOHCg1STuzZs3p2fPnrRs2dJctnLlSoKCgrC3z9gXIyQkhCNHjmBnZ0eNGjVYsGCBOTQvJSWFjz76iLNnz+Ls7EyDBg2YOXOmWU/OnDmZMWMGI0aM4JNPPqF48eLMmDGDHDlyAHd7A33++edcu3aNLFmyUKVKFebOnWv2nmvZsiWXL1+mV69e3LhxwwwjWrdubfYguzcwTA+rFixYQEBAQIZr4+DgQK5cucz9p5enpKZx6OzdIaqbfovliust6pRx4sCBA0yaNAmAWbNmMXz4cGrXrs20adOYP38+cXFx2Nvb4+zsTLZs2XB2djZ/V9IdO3YMPz8/unTpwty5czl//jxFixZlzZo11KxZkxdffNG8FgEBAYwfP568efNSs2ZNypYty6VLl8yhZb6+vgwdOhR3d3e8vLw4ffo0u3btok2bNrz88svmPvv168fChQsZM2YMx48fz3Dt0ueCW7NmjVl3fHx8hl6L986/dr/bt2+zYcMG5syZQ6VKlVi+fDk9e/Zk8+bN5MiRg7Jly+Lu7k7NmjVxcHCgWLFiZg+6+33++eckJibSoUOHDGWGYTBkyBCKFSuWIVCEu70lBwwYwEsvvUSlSpXM5S+99BIff/wxX3zxBampqbzxxhvUrl0beLy57x62PcC4ceOoUKECDg4ObN68mXfeeYdvvvmGypUrU716dcaOHcvWrVupW7cuO3bsIDw83LwPH7X/2rVr06dPHw4dOkTlypVZvny51Vx59851l5KSgr29PaNHjzaHRtepU4fJkyfTvHlzihUrxpQpU0hNTc30IQg7d+5kxYoVLF682Fz2qGsL4O7unmEesEcy5JkUERFhREREPO1m2Ky4uDgjLCzMiIuLe9pNEXlqdB+I6D4QSad74Y9bEHrGaDBhh9Ft3sEH/jSYuMNYdvDc027qnzJz5kxj3LhxT7sZ/6gneR/cjEsyPlh5xGgUssOoO367Ue///7SZsdfYceKqcerUKaNMmTLGuXMZfz+mTJli9O7d2zAMw9i/f7/h6+trVd67d29jypQp5usBAwaYr5s0aWJs3rzZLFu7dq3RunVrw9/f3/D19TUqVKhgjBo1yjAMwzh//rxRpkwZ4/bt21Z19ejRwzAMw0hISDCGDx9u1KtXz/D29jZ8fX2NMmXKGJGRkZke8zfffGO8+uqrRtOmTY2kpCTDMAyjRYsWxvLly63Wq1WrlrFly5ZM62jZsqXx/vvvWy2rXbu2sWPHDsMwDKNDhw5GcHCwcevWLSMpKcmYP3++Ua9ePSM+Pt5qm1mzZhkNGjQwLl++nGEfaWlpxrBhw4ygoCAjJiYmQ3lSUpLRs2dPo0ePHuZxGIZhnDp1yqhYsaLx/fffG8nJyUZUVJTx5ptvmvfJDz/8YNSuXduqruXLlxutWrV6rO0z069fP2P8+PHm6y1bthitWrUy/P39jZ49exrBwcFG//79DcMwjHnz5hkdOnSw2j4kJMTo06ePVXteeuklo2rVqsaHH35odO3a1dz/8uXLjZo1axqRkZFGamqqERkZadSuXdvYvn27ed6mT59uNGzY0AgICDDGjBljNG/e3Fi0aJHVPvft22dUrVrV2Ldvn9XyR11bwzCMTZs2GY0bN37g+ciMhjeKiIiIiIg8YYVzZgE7SE5Ny7Q8KSUNO6BQTtd/tmFPSM+ePa0mCJfHZxgGn2/9jYO/3yBPVhdezJOVEnmyUszDjZiEZD7f+ivJbnkoXLjwI+d7c3NzIzEx0WpYWXR0tNU6bdq0Yc2aNYSHh3Pr1i1zuN+lS5cYNGiQObl4WFgYtWvXznSIW2bmzp3LL7/8wuLFiwkPDzfnWnrQ9uXKlePSpUt8//335iT+98+/dv36daKjox84pLBs2bIPbVNkZCTt27cnR44cODs707lzZ6Kiosx5pwC+/PJLli5dytdff52hV55hGIwYMYKIiAir3n/pLBYL/fv3Jzk5malTp1o9jODXX3+lQIECNG3aFEdHR/Lly0fr1q3NIYiPmvvuUdtn5v5ekg+bC8/T05OTJ09azf13/1x3D5sr70Fz3aXPD2dnZ0fv3r3ZsmUL+/fvp0ePHpw/f95qLr7Q0FD69+/PhAkTqFatmlXbH3Vt4e7THe8dDvs4FHqJiIiIiIg8YYEv5qZgjixciUnMdJ6bqJhEiuRyxb9ErqfUQnlaTkXHEnbmBnncnXF1/r/53uzt7Sic05Xb8cls/vkKgwcPfuR8byVKlMDJyYn169eTmprKhg0bMsx5VK1aNTPMadmypTmnU3x8PIZh4OHhgb29PTt37nzsyfrh7lxzLi4u5nDEkJCQh66fPiT03vYHBQWxbt06IiIiSEhIICQkBH9/f4oWLZppHW3btmXbtm0cOXKE1NRUlixZgsVisZqPbcWKFcTGxpKSksLixYtxdnamWLFiAMyePZvFixfz9ddfU7hw4Qz1jxw5kvDwcObOnWsOqUuXnJzMu+++a86fd//TNytUqMDVq1fZunUraWlp3Lhxg3Xr1pkhzaPmvnvU9pcuXeLHH3/EYrGQnJzMd999x7Zt22jYsKHZhofNhefn50eOHDmYOXMmFouFnTt3cvDgQVq3bm0e38PmynvQXHfp7YuJieH06dN3//8WFcXgwYNp2LAhpUuXBu4+dKFfv36MGzfOrPOPXFuA/fv3Wz2N9HFoTi8REREREZEnzM3ZkZ61SzL+h+OcuR5PHndnXBwdSExJ5XqshZxuTvSqUxIXR4dHVyY25djlOyQkp5Ivk/ne7OzscHN24NC5W/Tr1vCR8725u7vzySefMH78eEaOHEnLli0zPBjAzs6OoKAgpk6davWkx1KlStGrVy/efPNN0tLSqF+/PvXr13/s4+jatSvBwcHUqFGDXLly0a9fP5YsWfLA9R0dHWnXrh3ffvstH374IXA3kHvvvffo27cvMTEx+Pv7M2HCBHObdevWMWvWLDZu3AjcDW6GDh3KgAEDuHnzJp6ensyaNcucq+qzzz5j9OjRNGzYkJSUFEqUKMH06dPN8gkTJuDk5GQ1t5yvry9z5szh4sWLZkh273lo0aIFI0eO5PDhw2zbtg0XFxdzvjy42+uxV69eFC1alJCQEKZNm8aHH36Ii4sL1atX56OPPjLXfdjcd4/aPj4+nk8//ZRz587h4OBA8eLF+fzzz/Hy8rKq/0Fz4Tk5OTFjxgw+/vhjZs+eTYECBRg/frwZCD5qrrwHzXWXHtrFxMTQt29fLl26RNasWWnRogXvvfee2bZp06YRGxvLgAEDrH4vDh8+/FjX9uLFi/z++++89NJLD/wdy4yd8bh9F+Vf5ejRowBWk+bJkxMfH09kZCTlypUz/ych8rzRfSCi+0Akne6FP+/Q2Rss//ECxy7fxpJi4OxoT6XCOWjnX5QqRXM+7ebJH/Ck7oO1P11kyrbfKObhhp2dXYbyqJhEcmV1ZmH3gL/SXCtr1qxhwYIFfPvtt3+pnr/6OTQ2NpbWrVuzfPlyPDw8/lJb5PkydOhQKlWqxGuvvfaHtlNPLxERERERkb+JbzEPfF7IxfkbCcQkJpPD1YkiuVwzDTvk+eBZIBtZnByITUolWxbrj+SGYRBvSaV+uZxPbH9xcXEsWLAg06cU/tPc3d3ZunXr026GPIM++eSTP7Wd5vQSERERERH5G9nZ2fFCbjcqFs5B0Qf07pHnh2f+bFQpmpPo2CQSk1PN5WmGweXbiWTL4kiTCgUeUsPjW7NmDTVq1CB//vzm3E4izxP19BIRERERERH5h9jZ2fFeozKMskTy88XbpKYZ2NvZkWqkkdPNmV51SlKhUI5HV/QYWrdubU5ULvI8UuglIiIiIiIi8g/K4+7CZ0GV2H/6OmFnbpKYnErxPFmpUyYvRT00b57Ik6LQS0REREREROQflsXJgbqe+ajrme9pN0XEZmlOLxERERERERERsTkKvURERERERERExOYo9BIR+Qs6derE/Pnzn1h9w4YNY/z48U+svvvFxsbSsGFDbty48bftQ2zPoUOH/hWPORcRERER+SMUeomIPED9+vXZunWr1bILFy7g6elJTEzM37LPkSNHMnDgwL+lboC5c+fSsGFDPDw8zGVLly6lbt26eHl50aNHD65evfrA7VetWkWTJk3w9fUlICCAvn37cunSJbP8+vXrDBgwgMDAQAIDAxk7diypqf/3KO5vvvmGoKAgKlasSJ8+fTLUf/LkSd588038/f2pUaMGQ4cOJSEhwWqdFStW0KRJE7y8vDJco6ioKN5++228vLyoW7cuy5cvN8ssFgudOnWiWrVq+Pj40LRpU5YtW2ZV3q9fP+rXr4+np2eGaw8QExPDkCFDCAgIwMfHh6CgIKv2XblyhX79+uHn54efnx/du3d/7HM3a9YsGjRogI+PDzVq1GDQoEHm75nFYuHjjz+mfv36eHt707RpU1auXGl13oODg6lduzY+Pj60bt2abdu2meW///47//nPf6hRowZ+fn60b9+eQ4cOPfax+/r64ujomOk5ERERERH5t1LoJSLyD0lOTn6q+09JSWH58uUEBQWZy0JDQ5kwYQKTJ09m37595M6dm/fff/+BdQQGBrJkyRIOHTrErl27KFq0KIMHDzbLP/jgA5ydndm+fTtr164lNDSU2bNnm+X58uWjT58+vPbaa5nWHxwcTIkSJdi7dy/r16/n+PHjTJ8+3SxftmwZc+fOZdKkSRw+fJjly5fj6elptX2ePHnYt28fkydPZty4cRw8eBAABwcHPv74Y3bv3k14eDjTpk1j8uTJhIWFmdv7+Pgwbtw4ChQokKFtaWlp9OzZE0dHRzZv3kxYWBiffvopjo53nwkTHx9P586dKVu2LDt27GD//v3079//sc9dkyZNWLNmDeHh4WzevJnk5GTGjh1rXru8efMyf/58wsPDGTNmDGPHjmXPnj3mvsuXL8/y5csJCwujX79+BAcHc/LkSQDu3LlD7dq1Wb9+PQcOHCAoKIgePXpY9fh72LEDvPLKKyxatCjTMhERERGRfyOFXiIiT0hcXBzdu3cnODiY5ORkpk6dSs+ePRk+fDhVq1Zl4sSJXLp0ia5duxIYGIi/vz89evTgwoULZh2DBg1i1KhRwP/1KluzZg2NGjXCz8+PQYMGWYVnv/zyC506daJq1ao0atTIqmfT/SIiIkhNTaVMmTLmsm+//ZaWLVtSpUoV3NzcCA4O5scff+T8+fOZ1lG4cGGzl5hhGNjb23P27FngbvCyd+9e+vbti6urK/nz5+fNN9+0alPjxo1p2LAhuXLlyrT+8+fP07JlS5ydnfHw8KB+/fr8+uuvAKSmpjJlyhSGDBlC+fLlsbOzI0+ePBQtWhSAc+fOcejQIYKDg3Fzc6NKlSq0aNGCVatWAXdDL09PTzOksrOzw87Ozmy/s7MzXbp0wc/PDwcHhwxt27VrF5cvX2bo0KHkzJkTe3t7ypcvj5OTEwCrV68mV65c9OnTB3d3dxwdHalcufJjnTuA4sWLky1bNvP1vW1zc3Ojf//+vPDCC9jZ2eHl5UVAQIDZW6to0aJ0796dAgUKYG9vT/369SlRogQ//fQTAJUrV6Zdu3Z4eHjg4ODAa6+9hoODAydOnHisYweoVq0aBw8eJDY2NtNyEREREZF/G4VeIiJPwI0bN+jcuTOlSpViwoQJZhCye/duqlSpwr59++jfvz9paWl06dKFnTt3sn37drJkycLQoUMfWvfu3btZvXo1GzduJDQ0lPXr1wMQHR1Nt27d6NChA6GhoXzxxRdMmTKF0NDQTOuJjIzkxRdftFp24sQJypUrZ77OkycPefLkMcOQzISFheHn50eVKlWYP38+vXr1Au4GOek/6dLS0rh48eJjByXdunVjzZo1JCYmEh0dzZYtW6hXrx5wd4jetWvXOHbsGPXr16d27dp8/PHHZt0nTpwgb9685MmTx6yvXLlyGY6lZ8+eVKpUiWbNmpE7d24aNWr0WG07ePAgL7zwAh988AEBAQE0b96c1atXW5Xnz5+ft956i6pVqxIUFMTOnTsf69ylW79+PT4+Pvj6+rJ161ar4ZH3SkpKIiIiwqqX272uX7/OqVOnHlh+4sQJ4uLiKFWq1GMdO0DBggVxdnbmt99+e+xtRERERESeJoVeIiJ/0YULF+jQoQNNmzblo48+ws7OziwrXbo0QUFBODo64urqSpEiRahTpw4uLi64u7vTu3dvwsLCSEtLe2D96T2H8ufPT61atfjll18AWLt2LX5+fjRr1gwHBwfKlCnDq6++aoZi94uJicHd3d1qWXx8vFXvIoDs2bMTFxf3wPb4+fkRFhZGaGgo/fv3p2TJkgBkzZoVf39/pkyZQlxcHJcuXWLBggUAjx161a5dm/DwcHx8fKhZsyYFCxbk1VdfBeDWrVsA7Nu3j5UrV7JmzRouXLjA6NGjgbs97bJnz25VX7Zs2TIcy6xZs/jpp59YuHAhjRs3JkuWLI/Vttu3b3PgwAF8fHzYvXs3I0eOZOTIkfz4449m+ZYtW2jfvj179+6lT58+9OvXz6o314POXboWLVoQHh7O9u3b6datm9mL7V6GYTBkyBCKFStG48aNM5RbLBYGDBjASy+9RKVKlTKUx8TE8N5779GzZ0/y5s37WMeezt3d/W+bz05ERERE5ElT6CUiz7W0NINfLt3mwOnrXI1JtCpzdHTMMA9XSkqKWZbu+++/x87OLtOn2xUsWNDq9Y0bNwgODqZOnTr4+PjQsWNHLBbLQ0Ome4MJV1dXc92LFy+yc+dOc9J0Pz8/FixYQHR0dKb1ZM+ePUP45Obmxp07d6yW3blzh6xZsz6wPek8PDxo06YNvXr1Ij4+HoAJEyaQlJRE48aN6dq1Ky+//DJ2dnYZwqjM3L59m65du9K2bVt++uknDh48iKurqzmxf3qbevbsiYeHBx4eHvTs2ZPt27eb5fcfS2xsbKbH4uDgQNWqVbl+/Tpz5sx5ZNvg7rkqUKAAb7zxBs7Ozvj6+tKwYUNz/25ubnh7e9OwYUOcnJxo2LAhFSpUMOfdetS5u1ehQoWoW7cuvXv3tlpuGAb//e9/+f3335k+fTr29tZv4+kT0ru6uvLJJ59kqPfOnTt0794dX19f3nnnncc67nvFxsY+1rUUEREREfk3UOglIs+tc9fjGbD8J95fEcGQNUfpufAQs3edJiX1bq+rQoUKWc23BXfnjcqVKxdubm7msrfeegtvb2/eeuutDKHS/aHExIkTSUhIYPXq1YSHh5sTg987JPBxFSxYkEaNGhEWFmb+HD582Gri+HuVK1eO33//3WqZp6cnx48fN19fv36d6OjoBw6Lu19ycjJ37tzh+vXrABQoUICpU6eyd+9eNm/eTNasWalYsaLV+XqQc+fOkZSUROfOnXF2diZHjhy0b9/eHCJYokQJXFxcHri9p6cnV69eNdsCd4d03juH2f1SUlKsemI9TNmyZf9S+f3uP3eZte3ixYtm8GoYBiNGjCAiIoK5c+dm6KFnsVjo37+/OZ+cs7OzVXl64FWqVClGjBhh1SPxcVy+fBmLxULp0qX/0HYiYm3YsGF6KIRkcOjQoUy/PBMRkb9GoZeIPJcsKWl89n0kERduk9PVkSI53TAMg2Vh51l35BIALVu2ZPHixRw7dgzDMLh48SLTpk2jRYsWVnXZ2dkxatQoSpYsSbdu3TL0NrpXbGwsrq6uZMuWjZs3bzJt2rQ/fQytWrVi//795pP+kpOTiYyMJCIiItP10ydVv3dOpqCgINatW0dERAQJCQmEhITg7++f6bA6gFWrVnHlyhUMwyA6OppRo0ZRvHhxihQpAsCpU6eIiYkhNTWVAwcOMGPGDPr162dun5KSQlJSEikpKaSlpZGUlITFYgHgxRdfxM3NjcWLF5OSkkJsbCzLly835xzLkiULLVu2ZPbs2dy+fZuYmBhmz55NgwYNAHjhhRfw8fEhJCSEhIQEIiIiWL9+PW3atAHuBmB79+4lMTGRlJQUduzYwfr166lZs6bZPovFQlJSEoZhkJycTFJSEqmpqQA0atSIpKQklixZQmpqKkeOHGHbtm3Ur18fgNatW3Ps2DG2b99OWloa27dv59ixY9SqVeuxzt2SJUvMAOz8+fNMnDiRwMBAc364kSNHEh4ezty5c8mRI4fVdUlOTubdd98lISGB6dOnZwi8YmNjeeuttyhevDijRo3KNPB62LED7N+/Hz8/vwxDZEX+qE6dOuHp6cm+ffusls+ZMwdPT0/zYR626OzZs+zcuZO2bduay06dOkX79u2pUqUKTZo0Ydu2bY9V1549ezKcr5kzZ+Lt7W3+eHl54enpyQ8//GCus2LFCpo0aYK3tzdNmza1GhJ/9epVevXqRc2aNfH09CQyMtJqn+fPn6dPnz4EBATg6emZYbjzt99+S7ly5azacO8XMatWraJJkyb4+voSEBBA3759uXTpklk+a9YsGjRogI+PDzVq1GDQoEFW+0hOTmbkyJH4+/tTtWpVPvnkE7MHNsA333xDUFAQFStWpE+fPhnOWWxsLMHBwfj4+FC9enW++OILq/KTJ0/y5ptv4u/vT40aNRg6dCgJCQlW66SfPy8vL+rXr8/WrVvNsqFDh9KkSRPKli3L/PnzM+w/XWbXztfXF0dHR6v6RETkr1PoJSLPpcPnbnIqOpbCObLg5uyIg70dud1dcLS3Y+PRyxiGwSuvvEK3bt14//338fX1pXPnzvj5+fHee+9lqM/e3p5PP/2UsmXL0qVLF27fvp3pftPneKpatSodOnSgdu3af/oY8ufPz1dffcWyZcuoWbMmNWrUYMSIEQ8cKuno6Ei7du349ttvzWXVqlXjvffeo2/fvlSrVo2rV68yYcIEs3zPnj3mnFpwNzhq27Yt3t7evPLKKzg6OjJnzhwzRDlw4ABNmzbFx8eHUaNGMXz4cKtjnDFjBpUrV2bmzJls376dypUrm5O1Z82alRkzZrBhwwYCAwNp0KABMTExjB071tx+8ODB5MuXjwYNGtC0aVMKFSrEoEGDzPKQkBCioqKoVq0a77zzDgMHDqRq1arA3cAtJCSE6tWrExAQQEhICIMGDbIKMZs2bUrlypW5dOkS7777LpUrV2bt2rXA3eGhX375JStXrsTX15cPPviAYcOG4efnB9wN3SZPnsz48ePx9fXl888/Z8qUKbzwwguPde5CQ0N5+eWX8fLy4o033qBkyZLmtbh48SKLFy/m999/p379+uaHyWHDhgFw+PBhtm3bRnh4OIGBgWb5zJkzAdiyZQs//fQTP/zwA76+vmb5unXrHuvYAdasWcMbb7yR6e+WyB9VokQJ88mq6b799tsMD9t4Vt0/ND7d0qVLadasmRlMJycn06tXL/PpqIMGDeL9999/ZA/U+Ph4Pv30U7y9va2W9+rVi8OHD5s/Y8eOJVu2bOb/h48dO8aIESMYMWIE4eHhDB8+nMGDB3Py5Eng7ntZrVq1mD59eqb7dXBwoFGjRowZM+aBbStTpoxVG95++22zLDAwkCVLlnDo0CF27dpF0aJFGTx4sFnepEkT1qxZQ3h4uPmFzr3vATNmzODQoUNs3LiRDRs2EBYWZv5/DiBfvnz06dOH1157LdO2ffLJJ9y6dYsdO3awaNEiVqxYwZo1a8zy4OBgSpQowd69e1m/fj3Hjx+3OhfLli1j7ty5TJo0icOHD7N8+XKrntFly5blv//9r9WTe+/3oGsH8Morr6gXoIjIk2bIMykiIsKIiIh42s2wWXFxcUZYWJgRFxf3tJsif5PvIi4Z9SZsN7rOPWB0m3fQ/Hll2h7jlS/2GAmWlKfdxL/FnTt3jAYNGhjXr19/5Lq6DyTdoUOHjPbt2z/tZjwVug+evDfeeMOYMmWK4e/vb8TExBiGYRg//fST8dJLLxkffvih8emnnxqGYRh9+vQxpkyZYrXt0KFDjWHDhhmGYRhr1qwxmjdvbnh5eRl16tQxJk2aZKSlpZnrlilTxli8eLHRvHlzw9vb2+jZs6e5v/PnzxtlypQxVqxYYdSvX9/w8vIyxo4da0RFRRldunQxvL29jY4dOxpXr1416xs7dqxRt25dw8vLy3jppZeM7777zizbv3+/4evrayxatMioU6eOERQUlOmxN27c2NixY4f5et++fYafn59hsVjMZW+//bYxefLkh57DTz/91Jg6darV+crMW2+9ZZ4vwzCMzZs3G40bN7Zap1GjRsb333+fYdsyZcoYx44dM1/fey+kn7/bt29bbbNq1SqjZcuWD217uoSEBGPcuHFG3bp1My2/c+eOERwcbHTs2NFcVrt2bau2fvfdd5luP2XKFKN3795Wy+Lj440KFSpY/f08e/Zsq/q9vb2NQ4cOma+nT59u9OjRwzAMw0hJSTGqV69u7N69+5HH9sYbbxjz5s3LtOxh1+7SpUtG+fLljTt37jxyH/J06D1Bn0Pl2aOeXiLyXCqSyw0XR3viLalWy+8kpVD0/5fZInd3d7Zu3YqHh8fTboo8Q3x8fFiyZMnTbobYkGzZslGrVi02bNgA3B32FhQUZLVOmzZtWLNmjTnnYVJSEt99953Z+zRnzpxMnTqV8PBwZsyYwfLlyzM8vfb777/n66+/ZseOHURFRWUYcnbgwAHWr1/PihUrWLBgAe+++y6DBw9m//79ODk5MWvWLHPdsmXLsnLlSsLCwvjPf/7DBx98wPnz583yuLg4jh8/zvfff88333yT4ZgTEhI4c+aMVW+2EydOUKpUKXMYM9ydf/HEiRMPPHdHjhwhNDSUHj16PHAdgCtXrrBnzx6roZQ1a9Yka9as7N27l7S0NHbv3k1MTAy+vr4PreuP+P3336lWrRr169fnv//9b4YhkGFhYfj5+VGlShXmz59Pr169rMrXr1+Pj48Pvr6+bN261ewNfPv2ba5cuWIOeYe75+rSpUsPnVbg3nYlJydn2P7ec92tWzfWrFlDYmIi0dHRbNmyhXr16pnbX7t2jWPHjlG/fn1q167Nxx9//NhPJ4ZHX7uCBQvi7OxsNQ2BiIj8Nbb5qU5E5BEqFMqOzwu5iLqTyPXYJO4kpnD+ZjzOjva84lP4D0/yLSIif0xQUBDffvstiYmJbN68mVatWlmV165dG4vFwsGDB4G7w3QLFChgDh2rU6cOJUqUwM7OjnLlytG8eXNz3XRvvfUWuXPnJnv27DRu3JhffvnFqrx37964ublRqlQpypYti6+vL6VLl8bZ2ZmGDRtard+yZUty586Ng4MDzZs358UXX+Tw4cNmeVpaGu+//z6urq64urpmON708OfeJ8rGxcVleCJqtmzZHjhMPTk5mY8//pjhw4dnmLvvfqtWrcLT05OKFSuay1xdXWnZsiW9e/emYsWK9O7dm8GDB1s9Jfiv8Pf3Z/369ezdu5evv/6aM2fO8OGHH1qt4+fnR1hYGKGhofTv35+SJUtalbdo0YLw8HC2b99Ot27dzDkm0590e+9DPNLP3cOegJwuPj4eNzc3q6cv33+ua9euTXh4OD4+PtSsWZOCBQuaIeutW7cA2LdvHytXrmTNmjVcuHCB0aNHP9a5edxr5+7uniEoFBGRP0+hl4g8l+zt7figaVlaeRXGwcGehORUinlkpX+D0tQp82T++BcReR5di01i6cFzDFoVwdA1P/Pd0cvEW1IyrFetWjWio6OZPn063t7eGYIXBwcHWrduzerVqwFYvXq11RyDu3fvpn379gQEBODr68vSpUu5efOmVR331unq6pohHMmTJ49Vee7cua1epwctAPPnz6d58+b4+vri5+fHb7/9ZrW/rFmzZgiw7pVZQJM1a9YMvZTu3LljFYzda/bs2VSuXBl/f/8H7gfuPu3122+/NR/kkW7lypV89dVXLF++nJ9//pmVK1cyceJEduzY8dD6HlfRokUpVqwY9vb2FC1alI8//pgdO3ZkmAwewMPDgzZt2tCrVy+r85yuUKFC1K1bl969ewOYTwG+t2dV+rl70Pm6l5ubGwkJCVYT38fGxprb3r59m65du9K2bVt++uknDh48iKurKwMHDrTaR8+ePfHw8MDDw4OePXuyffv2xzo3j3vtYmNjH/p7JCIif4zjo1cREbFNOVydeLdhGbrVLEFcUgp53V1wdNB3ASIif9b5G/H8d/0v/B4dh6O9HWkYhJ66zs4T0QxtUR53l//709Pe3p7WrVszc+ZMpkyZkml9r776Kq+88go9evTg4MGDjBs3Drj7tNF33nmH4cOH07x5c5ydnRk1ahQXL178W44rLCyMqVOn8vXXX1O+fHns7e1p1aqVOfQy/XgextXVleLFi3P69Gmz95KnpyfTp08nOTnZHOJ4/Phxypcvn2kdoaGhHDt2zHzCX3x8PHZ2dhw+fJiVK1darRcdHU3Lli2tto+MjKR27dqULVsWuDtks0aNGuzatYu6dev+sZPyGNJ7Td97nu6VnJzMnTt3uH79uhlq3SslJYWLFy+SnJxMjhw5KFCgAJGRkVYPCClYsKBV768HKVGiBI6Ojhw/ftzs/RYZGUmZMmUAOHfuHElJSXTu3Bk7OzucnZ1p3769ORF/iRIlcHFx+eMn4f97nGt3+fJlLBYLpUuX/tP7ERERa/p0JyLPvexZnCiYw1WBl4jIXzR/3xlOXY3lBQ83inq4UcwjK/mzuxB29gYbjlzKsH6XLl2YO3euOW/S/YoXL06FChUYMGAAtWvXNntiWSwWkpKSyJkzJ87Ozhw5csScH+zvEBcXh4ODAx4eHqSlpbFy5co/Ne9SvXr12L9/v/naz8+PHDlyMHPmTCwWCzt37uTgwYO0bt060+0nT57Mxo0bWbt2LWvXrqV+/fq0aNGCGTNmWK23cuVKGjVqlKHHkJeXF3v27DHb/ttvv7Fnzx6rea6SkpJISkoC7oZSSUlJpKWlAXfDq6SkJCwWC/B/1yE91Nq5cydXr14F7s4pNnr0aGrVqmUGWqtWreLKlSsYhkF0dDSjRo2iePHiFClSBIAlS5Zw/fp1AM6fP8/EiRMJDAw0A8GgoCBmzpxJdHQ00dHRzJo1y6o3W0pKCklJSaSkpJCWlmbVVldXV5o1a8bkyZO5c+cOZ86c4ZtvvjHnPHvxxRdxc3Nj8eLFpKSkEBsby/Lly81zkyVLFlq2bMns2bO5ffs2MTExzJ49mwYNGpj7Tz8faWlppKammm153Gu3f/9+/Pz8cHd3z/T6i4jIH6dPeCIiIiLyl12PTeLQ2Zt4ZHXGwf7/5kXM4uSAk4M9/zt+NcM2OXPmpHr16lYTud+vTZs2HD9+3Gqie3d3d4YNG8bQoUPx8fFhxowZNGvW7Mke0D1q1apFkyZNaNGiBbVq1eLkyZP4+Pj84XratWvHd999R3JyMgBOTk7MmDGDvXv34ufnx6hRoxg/fjzFihUzt/H29iYsLAy4OySwQIEC5o+rqytubm5Wwzhv3brFli1brCawT9eyZUtef/11evXqhbe3Nz169ODVV1+1Co4qV65szpvWtm1bKleuzI8//gjAtWvXCAwM5KWXXgKgRo0aVK5c2exht3//fl555RWqVKlCu3btKFKkiNk7D+72rGrbti3e3t688sorODo6MmfOHLNHWGhoKC+//DJeXl688cYblCxZkgkTJpjb9+nTBy8vL5o1a0azZs3w8fGxmgh/xowZVK5cmZkzZ7J9+3YqV65sToQPMGzYMLJly0bt2rXp0KEDr776qhkwZs2alRkzZrBhwwYCAwNp0KABMTExjB071tx+8ODB5MuXjwYNGtC0aVMKFSrEoEGDzPLu3btTuXJlwsLCGDduHJUrVzZDrce5dmvWrOGNN97IcN1EROTPszMe1N9Y/tWOHj0KQKVKlZ5yS2xTfHw8kZGRlCtXLtPu9iLPA90HIroP/ojzN+Lp/c0h3F0cyepiPYNG9J0ksmZxZMnbgX+43h9//JF3332XnTt3Wk1C/qwaNmwYZcuW5fXXX3/aTflDdC/8vcLDwxk/fryelPsvp/tAn0Pl2fPs/+XwDLBYLEyZMoW1a9dy+/ZtypQpQ//+/alVq9bTbpqIiIjIE5E/exbyZHMh6naiVehlGAaxSSkEvOjxh+u0WCzMnTuXtm3b2kTgBTBy5Min3QT5F/Lx8VHgJSLyN9Dwxn/AoEGDmDdvHi+//DJDhgzB0dGRnj17ZnistoiIiMizytnRnle8C5NqGFyJScSSkkZicioXbiWQLYsjL1cu9IfqO3jwIFWrVuXmzZu89dZbf1OrRURExJbZxldm/2IRERFs3LiR4OBgevToAUDr1q15+eWXGTdunNWTdkRERESeZS0qFyIxOZVvwy8SdScRezs7iuRyo2uN4lQpmvMP1VW1alV++umnv6WdIiIi8nxQ6PU327RpE/b29rRr185c5uLiQps2bQgJCeHChQvmE2tEREREnmX29na083+BlyoV5OTVWJzs7SlTwB0XR4en3TQRERF5Din0+ptFRkbywgsvkCNHDqvl6U/FiYyMVOglIiIiNiV7Fid8Xsj1tJshIiIizzmFXn+z6Ohoq0cRp0tfdvVqxsd3Py7DMIiPj//T28uDJSQkWP0r8jzSfSCi+0Akne4FEd0HcPczqJ2d3dNuhshjU+j1N0tMTMTZ2TnDchcXF7P8z0pOTiYyMvJPby+PdubMmafdBJGnTveBiO4DkXS6F0R0H2T2+Vbk30qh198sS5YsWCyWDMuTkpLM8j/LycmJUqVK/ent5cESEhI4c+YMxYsXx9XV9Wk3R+Sp0H0govtAJJ3uBRHdBwAnT5582k0Q+UMUev3N8ubNy6VLlzIsj46OBiBfvnx/um47Ozvc3Nz+9PbyaK6urjrH8tzTfSCi+0Akne4Fkef7PtDQRnnW2D/tBti6smXLcu7cOW7fvm21/MiRI2a5iIiIiIiIiIg8WQq9/mZNmzYlLS2NZcuWmcssFgvffvstFSpUoGjRok+xdSIiIiIiIiIitknDG/9mVapUoWnTpkyePJmbN29SvHhx1qxZw4ULF5g7d+7Tbp6IiIiIiIiIiE1S6PUPGDduHJMnT2bdunXcvn2b0qVLM2PGDAIDA59200REREREREREbJJCr3+Ai4sLH3zwAR988MHTboqIiIiIiIiIyHNBc3qJiIiIiIiIiIjNUeglIiIiIiIiIiI2R6GXiIiIiIiIiIjYHIVeIiIiIiIiIiJicxR6iYiIiIiIiIiIzVHoJSIiIiIiIiIiNkehl4iIiIiIiIiI2ByFXiIiIiIiIiIiYnMUeomIiIiIiIiIiM1R6CUiIiIiIiIiIjZHoZeIiIiIiIiIiNgchV4iIiIiIiIiImJz7AzDMJ52I+SPCw8PxzAMnJ2dn3ZTbJJhGCQnJ+Pk5ISdnd3Tbo7IU6H7QET3gUg63Qsiug8A8/grVar0tJsi8lgcn3YD5M95Xv8n+0+xs7NToCjPPd0HIroPRNLpXhDRfQA6B/LsUU8vERERERERERGxOZrTS0REREREREREbI5CLxERERERERERsTkKvURERERERERExOYo9BIREREREREREZuj0EtERERERERERGyOQi8REREREREREbE5Cr1ERERERERERMTmKPQSERERERERERGbo9BLRERERERERERsjkIvERERERERERGxOQq9RERERERERETE5ij0EhERERERERERm6PQS0REREREREREbI7j026AyNMQERHBmjVrOHDgABcvXiRnzpxUqVKFd999lxIlSlite+rUKT777DMOHTqEk5MTtWrV4qOPPiJPnjxPqfUiT8bj3geDBg1i9erVGbYvUaIEmzZt+iebLPLE/fLLL8yYMYNjx45x7do13NzcKFWqFN27d6devXpW6+r9QGzV494Hej+Q5826desYOHAgzs7OHD161KpM7wkizwaFXvJcmjNnDuHh4TRt2hRPT0+io6NZtGgRQUFBLF26FE9PTwCuXLlCx44dcXd3Z8CAASQkJPDVV1/x66+/snLlSlxcXJ7ykYj8eY97HwA4OTkxatQoq+2zZcv2TzdZ5Ik7f/48FouFoKAg8ufPT3x8PD/88AO9evXiv//9Lx06dAD0fiC27XHvA9D7gTw/4uLiGD9+PG5ubqSkpFiV6T1B5NlhZxiG8bQbIfJPCw8Pp2LFijg7O5vLzpw5Q4sWLWjUqBEhISEA/Pe//2XVqlVs2rSJwoULA7Bv3z66du3KsGHD6Nix41Npv8iT8Lj3waBBg9i4cWOGbzhFbFVqaipBQUEkJCTwww8/AHo/kOdPZveB3g/keTJhwgS2bt1KxYoV2bx5s9Xvvd4TRJ4dmtNLnks+Pj5WH/QBihcvTunSpTl58qS57IcffqBOnTrmmxlA9erVKV68uLrxyzPvce+DdGlpacTGxv5TzRN5ahwcHChQoAAxMTHmMr0fyPMms/sgnd4PxNadOXOG+fPn89FHH+HomHFwlN4TRJ4dCr1E/j/DMLh27Rq5cuUCICoqiuvXr1OxYsUM61auXJljx479000U+dvdfx+kS05OxtfXF19fX/z9/Rk+fLg+8IhNiYuL48aNG5w9e5a5c+eye/duatSoAej9QJ4fD7sP0un9QJ4Ho0ePJiAggDp16mQo03uCyLPl/7V353FRVf0fwD9iKKsiIoi5L4PLYJCICbgFKoiJLCaiEKIISvYKtUfqUUupTLTsEbEUEDTXWAXcGLTcQpHIytwCUkF9AEWWEQGF+/vD38zjNAOCBSR83q+Xr+LcM+ece889XOfrOedyTy+i/5eUlISCggK8/fbbAIDCwkIAQLdu3ZTyduvWDVKpFBUVFdDS0mrWdhI1pT+PA+DJ/T5//nwMHToUgiDg1KlT2LdvH65cuYJdu3ZBXV29BVtM9Pf48MMPkZycDABQU1PDxIkTsWrVKgB8HlDbUd84APg8oLbh+++/x5kzZ3DgwAGVx/lMIHqxMOhFhCdvX1mzZg3MzMzg6uoKAKiqqgIApeVfAOSbU1ZWVvKBRq2GqnEAAEuXLlXI5+joiL59+2Ljxo04dOgQnJycmrupRH87Pz8/uLi4oLCwECkpKaipqUF1dTUAPg+o7ahvHAB8HlDrV11djbVr18Ld3R0DBw5UmYfPBKIXC5c3UptXVFQEPz8/6OrqYtOmTWjfvj2A/z20nv7LnozsYaehodF8DSVqQnWNg7p4e3tDTU0N6enpzdRCoqY1aNAgWFlZYfr06QgPD0dFRQUWLlwIQRD4PKA2o75xUBc+D6g1iY6Oxv3797F48eI68/CZQPRiYdCL2rTy8nL4+vqivLwcERERMDIykh8zNDQE8CQY8GdFRUXQ0dHhv+BQq1DfOKiLhoYG9PT0UFJS0vQNJGpm7dq1g729PX799Vf88ccffB5Qm/TncVAXPg+otSgvL8dXX32FGTNmQCqVIj8/H/n5+aioqIAgCMjPz8e9e/f4TCB6wXB5I7VZVVVV8Pf3x/Xr1xEVFaU0hdnIyAj6+vq4ePGi0md/+eUXDBkypLmaStRknjUO6iKVSnH//n3o6+s3cQuJWkZlZSWAJ/d6//79+TygNunpcVAXPg+otSgtLUVFRQUiIiIQERGhdNzW1hbjx4/H1q1b+UwgeoEw6EVtUk1NDd59911cuHABW7Zsgbm5ucp8kyZNQnx8PG7duiV/JXF6ejquX78OT0/P5mwy0d+uIeOgqqoKjx49go6OjkL6li1bIAgCxowZ01zNJWoS9+7dQ9euXRXSqqurkZiYCA0NDQwYMAAAnwfUujVkHPB5QK1d165dERYWppS+c+dOZGVl4csvv4SBgQEAPhOIXiTthPoW6RO1Up988gl27tyJCRMmwMHBQem4bCPWO3fuYPr06dDV1YWXlxcqKysRGRkJAwMDxMfHy9f0E72IGjIO8vPz4ezsDEdHR/Tv3x8AcPr0aZw4cQLW1taIiIiAmhpXytOLy8vLCx06dIC5uTkMDQ1RUFCA5ORkXL9+HUFBQZg7dy4APg+odWvIOODzgNqqoKAgHDx4EL/++qs8jc8EohcHg17UJnl6eiIjI6PO41evXpX//++//47PPvsMWVlZeOmllzB27FgEBQWpfE0x0YukIeOgrKwMwcHB+Pnnn1FYWIiamhr06dMHU6dOhY+Pj8o3FxG9SOLi4pCYmIicnByUlpZCR0cHw4YNw+zZs2Fra6uQl88Daq0aMg74PKC2SlXQC+AzgehFwaAXERERERERERG1OpyDTERERERERERErQ6DXkRERERERERE1Oow6EVERERERERERK0Og15ERERERERERNTqMOhFREREREREREStDoNeRERERERERETU6jDoRURERERERERErQ6DXkRERERERERE1Oow6EVERPQPFhQUBBMTk5ZuRp3y8/NhYmKC0AKOT/gAABkvSURBVNDQlm5Kk2nJPnj06BHs7e2xatUqhXQTExMEBQW1SJvoxRYWFgYrKytIpdKWbgoREVGTY9CLiKgNqa6uxr59++Dt7Y3XXnsNw4YNg6WlJTw8PBAeHo7S0tKWbmKbFB0djfj4+JZuBjWR/Px8hIaG4vLly43+7O7du3H79m0EBAQ0QcvqZ2dnh6VLlzZ7vW1Vc13vt956C7W1tQgLC2vyuoiIiFoag15ERG3E7du34ebmhg8//BDV1dXw9vbGmjVrsGjRIhgYGOA///kP5s+f39LNbJN27tyJhIQElceCg4Pxyy+/NHOL6O9069YtbN68udFBr+rqamzduhWOjo4wMjJqotapdvnyZeTl5WHixInNWm9b1ZzXW0dHBzNnzsSuXbtw//79Jq+PiIioJb3U0g0gIqKmV11dDT8/P+Tk5GDDhg144403FI57e3vjv//9L3bt2tVCLaS6qKurt3QTqIUcOnQIxcXFcHFxafa6U1NToaGhgbFjxzZ73cCT31mCIKBjx44tUn9za+7rPX36dHz99deIjY2Fr69vs9RJRETUEjjTi4ioDYiNjcW1a9fw1ltvKQW8ZLp3745ly5YppOXk5CAwMBBWVlYQi8WwtbXFunXrlPaCiY+Ph4mJCc6ePYvo6GhMnjwZYrEYr7/+OqKiopTqysnJwZIlSzBu3DiIxWKMHj0a7u7uiImJUchXVVWFzZs3w97eHqamprC0tIS/vz9+/fVXpTJlexydP38es2bNgpmZGaysrLB+/XrU1NSguroaGzZswLhx42BqagpXV1dcuHBBoYyn96dKTU2Fs7Mzhg8fjvHjxyMyMhIAUF5ejlWrVsHa2hrDhw+Hl5cX/vjjD4Vyamtr8fXXX8PT0xM2NjYQi8UYM2YMli9fjtu3byvVd+vWLWRkZMDExET+Jz8/H0Dd+0k1Vd/UJyUlBdOmTYOpqSnGjBmDtWvXorKyUmVeQRDw7bffws3NDWZmZjAzM4O7uzvS0tIaVNfTfXHkyBF5X9jY2OCTTz7BgwcPlD5TUFCAf//73xgzZgzEYjHGjh2LlStXorCwUOU1OXfunFIZjdm/6+7duwgODsbrr78OsVgMKysrLFu2TN53ABAaGgovLy8AwPvvvy/vX09Pz2eWf/jwYejo6GDEiBENak9ubi5sbW0xZswYhVllhYWFeO+99zBq1CiYmZnBw8MD58+fr/dcU1NTYW1tDS0tLfl5mJiYIDs7G2vXrsWYMWNgamqKadOm4eDBgyrLuHTpEt555x2MHj1afo9u2LABDx8+VMgna8f9+/excuVK2NjY4JVXXpGPz5MnT8LLywujR4+Gqakpxo4di/nz5yMzM1OhnIb2/7lz52BiYoL4+HgkJibijTfekN/TX3zxBWpqalS2TyqVIjg4WD6mnZ2dcerUKZXnfvbsWcyfPx8jR46EWCyGg4MDtm3bplR2Xde7oKAA69atg7OzMywtLSEWizF58mRs3LhRacw19nwAoF+/fujTpw8OHz6ssj1EREStBWd6ERG1AbIvNu7u7g3+zOXLlzF79mzU1NTAw8MDPXv2RFZWFrZv34709HTs3bsXmpqaCp/ZuHEjpFIpXFxcoKWlhcTERHz22WcwNDSEo6MjAOD+/fvw8vJCbW0tZs6ciZ49e6KsrAzXrl1DRkYGZsyYAQCoqamBr68vzp07h3HjxmHOnDkoKirCvn375HuQvfbaawr1X7p0CcePH4erqyumTZuGEydOICIiAu3bt8e1a9cglUrh4+ODhw8fIioqCn5+fjh27Bh0dHQUyvn++++xe/duzJo1C25ubjh06BBCQkLQsWNHxMfHw9DQEIsWLUJhYSGioqIQEBCAlJQUqKk9+bekR48eITw8HJMmTcK4ceOgq6uLq1evIi4uDunp6UhKSoKenh709fUREhKCtWvXokuXLvD395e3QV9fv9n7pj579+7FRx99hL59+yIgIADq6upITk7G+fPnVeZ///33kZiYCFtbW3mgVSKRICAgAB999BFmzZr1zDoB4LvvvkNUVBQ8PDzg5uaG9PR07Ny5E1euXEF0dDTat28P4EmQwNXVFcXFxXBzc8PgwYNx5coVxMTE4NSpU4iNjYWBgUGD6myIO3fuwN3dHRUVFXBzc0Pfvn1RUFCAvXv34syZM4iLi0OPHj0wceJEPH78GF9//TVmzpwpD2A9qy01NTXIzMzE8OHD5fdVfTIzMxEQEIBu3bph165dMDY2BvAkSDt79mzk5eXB1dUVw4YNQ25uLhYsWIDevXurLCs3NxfZ2dkqZwD961//AgDMnTsX1dXVSEhIwJIlS1BRUSEfu8CTQFVAQACMjY0xZ84cGBgYyPssKysLO3fuxEsvKf41dO7cudDT04Ovry8EQYCBgQHOnz8Pf39/DBgwAPPmzYOenh7u3r2Ln376CZcuXYKFhQWA5+v//fv3o6CgAG5ubtDX14dEIsHWrVuho6ODBQsWKJ37vHnzoKuriwULFqCyshI7duzAwoULkZqaih49esjzxcbGYsWKFRg6dCh8fX3RqVMnZGVl4YsvvsDly5excePGZ17vq1ev4ujRo7C1tYWrqysEQUBGRga2bt2KS5cuITw8XKl9jT0fc3NzJCUloaysDJ06dVI6TkRE1CoIRETU6llaWgrm5uaN+oyHh4dgYmIiZGZmKqSHhoYKIpFICAsLk6fFxcUJIpFIeOONN4Sqqip5+oMHDwRLS0th5syZ8rS0tDRBJBIJBw8erLf+mJgYQSQSCStWrFBIz83NFcRisTBp0iShpqZGni4SiQQTExMhKytLIb+Tk5NgYmIiLFiwQKitrZWnSyQSQSQSCfv27ZOn5eXlCSKRSBg+fLhw8+ZNeXpVVZVgZWUlmJiYCB9++KFC+VFRUYJIJBJOnTolT6utrRUqKiqUzunMmTOCSCQSwsPDFdInTJggzJkzR+V1WL58uSASiRTSmqpv6lJWViaYmZkJ48ePF8rKyuTpDx8+FJycnASRSCRs2rRJni67tlFRUUpl+fn5Ca+++qpQXl5eb52yvjAxMRF+/vlnhWPBwcGCSCQS4uLi5GnvvfeeIBKJhKSkJIW8CQkJgkgkEj744AN5muyanD17VqleVddbVdqiRYuEkSNHKtwnsnabmZkJQUFB8rSzZ88qtfdZZOe/atUqlcdFIpGwfPlyQRAE4eDBg4JYLBY8PT0V+kcQBOGLL74QRCKRsGvXLoX01NRUQSQSKZ2XIAjCV199JQwbNkwoLS2Vp23atEkQiUSCs7Ozwn1UVlYmjB8/XjA3N5f3aWVlpWBtbS24ubkp5BUEQThy5IggEomE+Ph4eZrs+gYGBiqMUUEQhE8//VQQiURCUVFRnddKEBrX/7L+sLa2FkpKSuTpNTU1goODg2Btba1Qhqx9K1euVEj/6aefBJFIJHz++efytMLCQsHU1FRYtGiR0rlERkYKIpFIOHfunEK6quv98OFDhd9vMrL+fHpMNPZ8ZMLCwgSRSKT0e4SIiKg14fJGIqI2QCqVKs1mqk9xcTEyMzNhbW2ttLRq3rx50NLSQmpqqtLn5syZgw4dOsh/1tLSgrm5ucLyP9mMghMnTqCsrKzONsjKX7x4sUJ6v379MHXqVFy/fh3Xrl1TOGZmZgZzc3OFNAsLCwiCAC8vL7Rr106ePnLkSADA9evXleq2s7NDr1695D936NABw4cPhyAI8Pb2VshraWmpVE67du3kM61qa2tRVlaG4uJiDB48GLq6un9pY/qm7Ju6nD59GhUVFZg9ezZ0dXXl6RoaGvDx8VHKn5SUBA0NDTg4OKC4uFjhj52dHaRSqdLS0rrIlpE+beHChQD+d4/U1tYiLS0N/fr1U1q+6+TkhN69e0MikUAQhAbV+Szl5eU4fvw4xo4dC21tbYXz09LSgpmZWZ3L3hqquLgYAKCnp1dvvsjISCxZsgSTJ09GRESEQv8AT2bXde7cGW+++aZC+sSJE9GvXz+VZaampmLUqFEqZ//4+Pgo3Ee6urrw8PDAgwcPcObMGQDADz/8gKKiIjg7O0MqlSpcn5EjR0JTUxOnT59WKtvX11dhjMrKB4AjR47g0aNHKtv7vP3v6uqKzp07y39WU1PD6NGjUVRUpHL57J/vdTMzM2hpaSmM/aNHj6KqqgozZszA/fv3Fc59/PjxAKB07qqut4aGhsLM0ZKSEhQXF8Pa2hoAVP4Oaez5yO4t2b1GRETUGnF5IxFRG6Cjo6PyS09d8vLyAAAikUjpmKamJnr16oWbN28qHXs6UCSjp6eHkpIS+c8jR46Eq6sr4uLikJKSgqFDh2LEiBGYPHmyQsAqLy8Penp6MDQ0VCpTtg/RzZs3MXjw4Hrrl30J/PMxWfrTbXuecmRfVP9cTlpaGiIiInDx4kWlL+uq6myopuybZ9U5cOBApWODBg1SSsvJyUFlZWW9m3LfvXv3mfUCwIABA5TSunbtCj09Pdy4cQPAky/tDx48UHlN2rVrh4EDB+L48eMoLS19ZhCpIf744w/U1tYiOTkZycnJKvM0ZEniXyWRSJCQkIBp06YhJCREKWAEPOk7kUik8oUI/fv3Vwp63rp1C7/99htWr16tsk5V94AsTdYfOTk5AIDVq1fXWY6q/u/bt69S2pw5c/Ddd98hODgYn3/+OczMzGBpaYmpU6fK7+nn7f+ePXsq5ZcdLykpgba2tsIxVWOoS5cuCm9AlJ27n5+f8kn/v6fPva7rXVNTg8jISCQkJOD69euora1VOK5q3Db2fGRBQFX3DRERUWvBoBcRURsgEomQkZGBGzduoE+fPk1WT0O/6H/66aeYN28eTp06hR9//BFxcXGIioqCp6cnVqxY8dz1y/Z3akzbVM3+qa+cuo49XU5aWhoCAgIgFovx/vvvw9jYGBoaGgCAwMDAv23GUWM0RxBGpra2Frq6uti0aVOdeVQFT5pLfV/yHz9+/MzPy/rPwcFBaQbV30W2p9vTAZU/Gz58OG7fvo1jx47hxx9/lO9v9VdIJBKoqanBzs7uucuQBWgCAwOVZunJqJpF9ud96IAnQZuYmBhkZWUhPT0dmZmZCAsLQ1hYGEJCQjBlypTnbmd947yxvxdkZOf+8ccf4+WXX1aZ5+lAfl3Xe926ddixYwcmT54MX19fdO3aFerq6igoKEBQUFCj26cqvyxwVt/+gURERC86Br2IiNoAe3t7ZGRkYP/+/fKNqOsjm9Hw+++/Kx2rrKxEXl7eXw6eDRgwAAMGDIC3tzcqKyvh6+uLb775Bt7e3ujZsyd69+6N3Nxc3L17V2kDatmyxro24m5piYmJ6NixI3bt2qXwRb6ioqLeJZ0N0Rx9U1ed2dnZ8iVaMqra0bdvX+Tm5mLIkCHo0qXLX6pbNnPmaffu3UNJSYl8ZqC+vj60tbVVtkUQBGRnZ6Nz587y2Xqy/5aWlirlf/rNi3Xp3bs31NTUUFlZCSsrq2fmf56ZNMbGxtDR0ZHPnlLFyMgIISEhmDt3LubPn4/NmzfDxsZGIU+vXr2Ql5eHx48fK20cn5ubq1Tm0aNH8eqrr9a50X52drbC7EpZGgD5fSdbNtmxY8cGXZ9nUVNTg4WFhTyod+fOHTg7O2PDhg2YMmVKo/u/KcnOvXPnzg0697qud2JiIiwsLJQCxydOnPjb2nrjxg2oqam1aACaiIioqXFPLyKiNmDGjBkQiUSIjo7GoUOHVOYpKCjAhg0bADwJIlhYWOD06dNKe8ds374dFRUVmDRp0nO1paSkRGmpjoaGhvyLl2z2wcSJEwEAW7ZsUch748YNpKSkoG/fvvJljv80ampqaNeundJ5btmyRSkNALS1tRu85LEp+6YuNjY20NLSwu7du1FeXi5Pr6qqwvbt25XyT58+HQCwfv16lTNMGrq0EQDOnDmjdJ5fffUVgP/dI7KZMrm5uThy5IhC3qSkJNy8eRMTJ06UB59ky+h++OEHhbyZmZkN2musS5cuGDduHE6cOIGzZ8+qzPP0OWppaQFQHWSrS/v27WFhYYFffvkFNTU1debr1q0bvvnmG/Tv3x8LFy7EsWPHFI7b2dmhtLQU+/fvV0iXSCRKSxuLiopw4cIF+XVVZfv27aiurpb/XF5ejj179kBLS0u+35SNjQ0MDAwQGRmJoqIipTIeP37c4Ptd1X5TxsbGMDAwkM+Ca2z/NyUHBwd07NgRoaGhKpeUV1ZWQiqVAqj/equpqSmNnUePHmHbtm1/W1svXLiAIUOG8M2NRETUqnGmFxFRG9ChQwds3boVfn5+CAwMxJ49ezB27Fh07dpVvql4WloahgwZIv/MihUrMHv2bLz11ltwd3dHr1698OOPPyIlJQWDBw/G3Llzn6stiYmJiI6Olm8Wr6mpiYsXLyI2NhaDBw+Wt2H69OlISkrC7t27cfv2bYwZMwZFRUXYu3cvBEHA6tWr/7F70djb2+Po0aPw9PSEs7MzBEHA6dOnkZ2drXLm0yuvvILY2Fh8+eWXGDBgANTU1DBhwgR5sOTPmqpv6qKrq4tly5ZhzZo1cHNzg4uLC9TV1ZGUlKRy2eTkyZPx5ptv4ttvv8WVK1dgZ2eHbt26oaCgAL/99htOnjyJ3377rUF1Dx06FN7e3vDw8ICxsTHS09MhkUgwYsQIeXANAJYsWYIffvgBS5cuxblz5yASiXDlyhXExMTA2NgYgYGB8rz9+/eHjY0N9u3bh9raWgwbNgw5OTlISEiAiYkJrly58sx2rV69GrNmzYKPjw+mTp0KU1NTqKmp4datWzh58iTEYjE+++wzAE+Wcmpra2PPnj3Q0NBAp06doK+vj9GjR9dbh4ODA77//ntkZGTUm7dLly7YsWMHfH198c4772D9+vXyZX/z58/HwYMH8fHHH+PSpUsQi8XIyclBXFwcBg8erHCuEokEtbW1zwyauru7Y+rUqXj06BHi4+Nx+/ZtrF69Wv6yDE1NTYSEhGDRokWYMmUKXFxc0L9/fzx48AA3b96ERCLB0qVL4eLi8szrvHLlSty5cwfW1tZ4+eWXUVNTg++++w6///475syZI8/XmP5vSkZGRlizZg0++OAD2Nvbw9nZGb169UJJSQlyc3MhkUgQFhaGUaNG1Xu97e3tsXfvXrzzzjuwtrZGaWkpkpOT0bFjx7+lnbm5ubhx4waWLVv2t5RHRET0T8WgFxFRG9GjRw/ExcUhLi4Ohw8fRmRkJKRSKbS1tTFo0CAEBgZixowZ8vxDhgxBTEwMQkNDkZCQAKlUCkNDQ8ydOxcBAQEq999piFGjRuHq1as4deoUCgsLAQDdu3eHr68vfHx85PvSvPTSSwgPD8e2bduQkpKC06dPQ1NTEyNGjMCiRYvq3Cvon2DKlCmoqKjAjh07sH79emhra8PKygp79uyBh4eHUv7AwECUlpZiz549KCsrgyAIOHbsWJ1Br6bqm/rI3twYHh6O0NBQ6OnpwdHRETNmzICjo6NS/uDgYIwaNQr79+/H9u3bUVlZCQMDAwwaNKhR+7ZNmDABAwcOxNatW5GTk4NOnTrB09MT7777rsIeRt27d0dsbCxCQ0MhkUjw7bffQl9fH66urli8eLHS8rGQkBB88sknOHToEJKSkiAWi7Ft2zbs37+/QUEvIyMjJCQkICIiAmlpaTh8+DDU1dVhZGQECwsLuLm5yfNqaGhg48aN+PLLL/Hpp5+iuroalpaWzwx6TZkyBevWrUNCQsIz8+rq6iIyMhILFy7EsmXLUFlZCRcXF3Tq1Al79uzB+vXrkZqaioMHD2Lo0KEIDw/Hjh07FN48KJFIMGzYMPTo0aPOekJCQhATE4Pt27ejpKQE/fr1w4YNG5TemmhtbY34+HiEh4fjyJEjuHfvHnR0dNCjRw+4uro+83xknJyckJiYiOTkZNy7dw+ampro06cPVq9erbCfWmP7vylNnz4d/fr1Q2RkJOLi4lBaWorOnTujV69e8PHxkc9Qre96BwUFQUdHB4cOHcLx48dhaGiIqVOnwsnJ6S/tYyZz4MABdOjQAa6urn+5LCIion+ydkJL7KZLREREVI/8/HzY2tri7bffxuLFi1u6OS0mOjoan3/+OSQSCbp37/63lu3o6Ija2locPnwYJSUlsLa2xuLFi+Hv76+UNzQ0FJs3b8axY8dUviWQGudZ17spSaVS2NnZwdnZGcuXL2/WuomIiJob9/QiIiIi+oeaPXs2Xn75ZaW97Rrj4cOHSmkSiQTZ2dnyje9LSkrg7++PadOmPXc91HAteb137NiBdu3aISAgoNnrJiIiam5c3khERET0D6Wurq60OXtj+fv7w8DAAGKxGB06dMDFixdx4MABGBgYwNfXF8CTzf3b8oy65taS1zsgIIABLyIiajMY9CIiIiJqxSZMmIADBw7g5MmTqKiogL6+PpycnLB48WIYGhq2dPOIiIiImgz39CIiIiIiIiIiolaHe3oREREREREREVGrw6AXERERERERERG1Ogx6ERERERERERFRq8OgFxERERERERERtToMehERERERERERUavDoBcREREREREREbU6DHoREREREREREVGrw6AXERERERERERG1Ogx6ERERERERERFRq/N/VE4V3/WxIUQ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4" y="879035"/>
            <a:ext cx="6171155" cy="326150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28" y="3597966"/>
            <a:ext cx="5951272" cy="309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2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te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te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t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25421</TotalTime>
  <Words>105</Words>
  <Application>Microsoft Office PowerPoint</Application>
  <PresentationFormat>Grand écran</PresentationFormat>
  <Paragraphs>23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Trebuchet MS</vt:lpstr>
      <vt:lpstr>Wingdings 3</vt:lpstr>
      <vt:lpstr>Facette</vt:lpstr>
      <vt:lpstr> </vt:lpstr>
      <vt:lpstr>1. Contexte &amp; objectif </vt:lpstr>
      <vt:lpstr>2. Collecte et sélection des données :NB1</vt:lpstr>
      <vt:lpstr>3. Préparation et nettoyage des données </vt:lpstr>
      <vt:lpstr>4. Analyse exploratoire </vt:lpstr>
      <vt:lpstr>Présentation PowerPoint</vt:lpstr>
      <vt:lpstr>Analyse de corrélation des indicateurs    </vt:lpstr>
      <vt:lpstr>Strandardisation des données</vt:lpstr>
      <vt:lpstr>Réduction de dimension par ACP : éboulis de valeurs propres </vt:lpstr>
      <vt:lpstr>Présentation PowerPoint</vt:lpstr>
      <vt:lpstr>Projection des individus sur les composantes principales</vt:lpstr>
      <vt:lpstr>Choix du nombre de clusters : méthode du coude</vt:lpstr>
      <vt:lpstr>Évaluation du clustering : silhouette</vt:lpstr>
      <vt:lpstr>Clustering et répartition des groupes</vt:lpstr>
      <vt:lpstr>Analyse hiérarchique : dendrogramme</vt:lpstr>
      <vt:lpstr>8. Synthese et Recommandations stratégiques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danielle spirita</dc:creator>
  <cp:lastModifiedBy>danielle spirita</cp:lastModifiedBy>
  <cp:revision>52</cp:revision>
  <dcterms:created xsi:type="dcterms:W3CDTF">2026-01-01T19:26:21Z</dcterms:created>
  <dcterms:modified xsi:type="dcterms:W3CDTF">2026-02-27T16:39:35Z</dcterms:modified>
</cp:coreProperties>
</file>