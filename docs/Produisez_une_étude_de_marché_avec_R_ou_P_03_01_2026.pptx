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  <p:sldId id="258" r:id="rId3"/>
    <p:sldId id="257" r:id="rId4"/>
    <p:sldId id="268" r:id="rId5"/>
    <p:sldId id="259" r:id="rId6"/>
    <p:sldId id="266" r:id="rId7"/>
    <p:sldId id="260" r:id="rId8"/>
    <p:sldId id="269" r:id="rId9"/>
    <p:sldId id="261" r:id="rId10"/>
    <p:sldId id="270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E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64" d="100"/>
          <a:sy n="64" d="100"/>
        </p:scale>
        <p:origin x="680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259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06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782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464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08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46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59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790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36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950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1654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76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9294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091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77411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585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B8A33-EBBD-4CF9-9E78-DDF45B6728D6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3073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classrooms.com/fr/paths/804/projects/1583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/>
              <a:t/>
            </a:r>
            <a:br>
              <a:rPr lang="fr-FR" dirty="0"/>
            </a:br>
            <a:endParaRPr lang="en-GB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81892" y="3562312"/>
            <a:ext cx="7766936" cy="749767"/>
          </a:xfrm>
        </p:spPr>
        <p:txBody>
          <a:bodyPr>
            <a:normAutofit/>
          </a:bodyPr>
          <a:lstStyle/>
          <a:p>
            <a:pPr algn="ctr"/>
            <a:r>
              <a:rPr lang="en-GB" sz="4000" dirty="0" smtClean="0">
                <a:solidFill>
                  <a:schemeClr val="bg1"/>
                </a:solidFill>
              </a:rPr>
              <a:t>LA POULE QUI CHANTE 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421137"/>
            <a:ext cx="115307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000" dirty="0">
                <a:solidFill>
                  <a:schemeClr val="bg1"/>
                </a:solidFill>
                <a:hlinkClick r:id="rId2"/>
              </a:rPr>
              <a:t>Produisez une étude de marché avec R ou Python</a:t>
            </a:r>
            <a:endParaRPr lang="en-GB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614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1. </a:t>
            </a:r>
            <a:r>
              <a:rPr lang="en-GB" dirty="0" err="1" smtClean="0"/>
              <a:t>Contexte</a:t>
            </a:r>
            <a:r>
              <a:rPr lang="en-GB" dirty="0" smtClean="0"/>
              <a:t> </a:t>
            </a:r>
            <a:r>
              <a:rPr lang="en-GB" dirty="0"/>
              <a:t>&amp; </a:t>
            </a:r>
            <a:r>
              <a:rPr lang="en-GB" dirty="0" err="1"/>
              <a:t>objectif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5" y="2351847"/>
            <a:ext cx="5772150" cy="4506153"/>
          </a:xfrm>
          <a:prstGeom prst="rect">
            <a:avLst/>
          </a:prstGeom>
        </p:spPr>
      </p:pic>
      <p:pic>
        <p:nvPicPr>
          <p:cNvPr id="1028" name="Picture 4" descr="Lait, porc et volaille : Révélations sur les conséquences sociales et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3105149"/>
            <a:ext cx="5788025" cy="3752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20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97212" y="92765"/>
            <a:ext cx="8596668" cy="831574"/>
          </a:xfrm>
        </p:spPr>
        <p:txBody>
          <a:bodyPr>
            <a:normAutofit fontScale="90000"/>
          </a:bodyPr>
          <a:lstStyle/>
          <a:p>
            <a:r>
              <a:rPr lang="fr-FR" dirty="0"/>
              <a:t>2. Collecte et sélection des </a:t>
            </a:r>
            <a:r>
              <a:rPr lang="fr-FR" dirty="0" smtClean="0"/>
              <a:t>données :NB1</a:t>
            </a:r>
            <a:endParaRPr lang="en-GB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4743" y="3633545"/>
            <a:ext cx="3975952" cy="326031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6" y="924339"/>
            <a:ext cx="4057859" cy="346748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925" y="1378269"/>
            <a:ext cx="3924502" cy="2209914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0" y="4437186"/>
            <a:ext cx="3873699" cy="2420814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2907" y="268357"/>
            <a:ext cx="3340272" cy="35814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0695" y="3812729"/>
            <a:ext cx="4153113" cy="308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592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3. Préparation et nettoyage des données</a:t>
            </a:r>
            <a:br>
              <a:rPr lang="fr-FR" b="1" dirty="0"/>
            </a:br>
            <a:endParaRPr lang="en-GB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856" y="1270000"/>
            <a:ext cx="5042811" cy="286543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810" y="1759160"/>
            <a:ext cx="4959605" cy="164473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56" y="4353717"/>
            <a:ext cx="10465338" cy="68583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525" y="5923143"/>
            <a:ext cx="5715294" cy="82554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34" y="6021573"/>
            <a:ext cx="3988005" cy="62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353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7639" y="132522"/>
            <a:ext cx="8596668" cy="1320800"/>
          </a:xfrm>
        </p:spPr>
        <p:txBody>
          <a:bodyPr>
            <a:normAutofit/>
          </a:bodyPr>
          <a:lstStyle/>
          <a:p>
            <a:r>
              <a:rPr lang="en-GB" dirty="0"/>
              <a:t>4. Analyse </a:t>
            </a:r>
            <a:r>
              <a:rPr lang="en-GB" dirty="0" err="1"/>
              <a:t>exploratoire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073" y="1473545"/>
            <a:ext cx="4669900" cy="268259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43" y="4288114"/>
            <a:ext cx="4667265" cy="250176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343" y="1453322"/>
            <a:ext cx="5060510" cy="2632903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2591" y="4156144"/>
            <a:ext cx="4978262" cy="250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16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540815"/>
            <a:ext cx="5655365" cy="331718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7504"/>
            <a:ext cx="5816462" cy="290098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6462" y="3540815"/>
            <a:ext cx="6410739" cy="3415334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9544" y="396323"/>
            <a:ext cx="6124574" cy="291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104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8730" y="2385392"/>
            <a:ext cx="5453270" cy="447260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6320"/>
            <a:ext cx="6604760" cy="62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41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331" y="202581"/>
            <a:ext cx="5855809" cy="3881437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140" y="1931918"/>
            <a:ext cx="6558164" cy="492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655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Analyse en composantes principales (ACP</a:t>
            </a:r>
            <a:r>
              <a:rPr lang="fr-FR" dirty="0" smtClean="0"/>
              <a:t>) NB2</a:t>
            </a:r>
            <a:endParaRPr lang="en-GB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6540" y="1930400"/>
            <a:ext cx="4854762" cy="455888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70" y="1930400"/>
            <a:ext cx="6977270" cy="484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600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3935" y="363261"/>
            <a:ext cx="7416595" cy="613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090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6. Clustering </a:t>
            </a:r>
            <a:r>
              <a:rPr lang="en-GB" dirty="0"/>
              <a:t>des pays</a:t>
            </a:r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079" y="1270000"/>
            <a:ext cx="5345107" cy="3881437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566" y="1391478"/>
            <a:ext cx="5747095" cy="330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507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7. </a:t>
            </a:r>
            <a:r>
              <a:rPr lang="en-GB" dirty="0" err="1" smtClean="0"/>
              <a:t>Profilage</a:t>
            </a:r>
            <a:r>
              <a:rPr lang="en-GB" dirty="0" smtClean="0"/>
              <a:t> </a:t>
            </a:r>
            <a:r>
              <a:rPr lang="en-GB" dirty="0"/>
              <a:t>des clusters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930" y="2756936"/>
            <a:ext cx="5759551" cy="3881437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482" y="1292087"/>
            <a:ext cx="6357162" cy="427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13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3418" y="108985"/>
            <a:ext cx="11147130" cy="682487"/>
          </a:xfrm>
        </p:spPr>
        <p:txBody>
          <a:bodyPr/>
          <a:lstStyle/>
          <a:p>
            <a:r>
              <a:rPr lang="en-GB" dirty="0"/>
              <a:t>8. </a:t>
            </a:r>
            <a:r>
              <a:rPr lang="en-GB" dirty="0" err="1" smtClean="0"/>
              <a:t>Synthese</a:t>
            </a:r>
            <a:r>
              <a:rPr lang="en-GB" dirty="0" smtClean="0"/>
              <a:t> et </a:t>
            </a:r>
            <a:r>
              <a:rPr lang="en-GB" dirty="0" err="1" smtClean="0"/>
              <a:t>Recommandations</a:t>
            </a:r>
            <a:r>
              <a:rPr lang="en-GB" dirty="0" smtClean="0"/>
              <a:t> </a:t>
            </a:r>
            <a:r>
              <a:rPr lang="en-GB" dirty="0" err="1"/>
              <a:t>stratégiques</a:t>
            </a:r>
            <a:endParaRPr lang="en-GB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70000"/>
            <a:ext cx="6048356" cy="388143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774" y="718999"/>
            <a:ext cx="5894698" cy="2938601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774" y="3926370"/>
            <a:ext cx="5628861" cy="279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2407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2721</TotalTime>
  <Words>64</Words>
  <Application>Microsoft Office PowerPoint</Application>
  <PresentationFormat>Grand écran</PresentationFormat>
  <Paragraphs>11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Facette</vt:lpstr>
      <vt:lpstr> </vt:lpstr>
      <vt:lpstr>1. Contexte &amp; objectif </vt:lpstr>
      <vt:lpstr>2. Collecte et sélection des données :NB1</vt:lpstr>
      <vt:lpstr>3. Préparation et nettoyage des données </vt:lpstr>
      <vt:lpstr>4. Analyse exploratoire </vt:lpstr>
      <vt:lpstr>Présentation PowerPoint</vt:lpstr>
      <vt:lpstr>Présentation PowerPoint</vt:lpstr>
      <vt:lpstr>Présentation PowerPoint</vt:lpstr>
      <vt:lpstr>5. Analyse en composantes principales (ACP) NB2</vt:lpstr>
      <vt:lpstr>Présentation PowerPoint</vt:lpstr>
      <vt:lpstr>6. Clustering des pays</vt:lpstr>
      <vt:lpstr>7. Profilage des clusters</vt:lpstr>
      <vt:lpstr>8. Synthese et Recommandations stratégiques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danielle spirita</dc:creator>
  <cp:lastModifiedBy>danielle spirita</cp:lastModifiedBy>
  <cp:revision>16</cp:revision>
  <dcterms:created xsi:type="dcterms:W3CDTF">2026-01-01T19:26:21Z</dcterms:created>
  <dcterms:modified xsi:type="dcterms:W3CDTF">2026-01-03T16:47:26Z</dcterms:modified>
</cp:coreProperties>
</file>